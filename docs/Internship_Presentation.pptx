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6CA0797-4444-41FC-BC6D-067C42D4F1FF}" type="doc">
      <dgm:prSet loTypeId="urn:microsoft.com/office/officeart/2005/8/layout/process2" loCatId="process" qsTypeId="urn:microsoft.com/office/officeart/2005/8/quickstyle/3d1" qsCatId="3D" csTypeId="urn:microsoft.com/office/officeart/2005/8/colors/colorful5" csCatId="colorful" phldr="1"/>
      <dgm:spPr/>
      <dgm:t>
        <a:bodyPr/>
        <a:lstStyle/>
        <a:p>
          <a:endParaRPr lang="en-IN"/>
        </a:p>
      </dgm:t>
    </dgm:pt>
    <dgm:pt modelId="{8270ADF4-0097-47AE-9C55-65B7EA35FC57}">
      <dgm:prSet phldrT="[Text]" phldr="0"/>
      <dgm:spPr/>
      <dgm:t>
        <a:bodyPr/>
        <a:lstStyle/>
        <a:p>
          <a:r>
            <a:rPr lang="en-US" dirty="0"/>
            <a:t>React</a:t>
          </a:r>
          <a:endParaRPr lang="en-IN" dirty="0"/>
        </a:p>
      </dgm:t>
    </dgm:pt>
    <dgm:pt modelId="{9DCF81BC-56C2-4D14-83FF-BF1670FDC62C}" type="parTrans" cxnId="{3844B4F1-8043-4965-94CC-67C14D7E4E0A}">
      <dgm:prSet/>
      <dgm:spPr/>
      <dgm:t>
        <a:bodyPr/>
        <a:lstStyle/>
        <a:p>
          <a:endParaRPr lang="en-IN"/>
        </a:p>
      </dgm:t>
    </dgm:pt>
    <dgm:pt modelId="{A18B490D-8B4C-437C-831E-25D3B52F3110}" type="sibTrans" cxnId="{3844B4F1-8043-4965-94CC-67C14D7E4E0A}">
      <dgm:prSet/>
      <dgm:spPr/>
      <dgm:t>
        <a:bodyPr/>
        <a:lstStyle/>
        <a:p>
          <a:endParaRPr lang="en-IN"/>
        </a:p>
      </dgm:t>
    </dgm:pt>
    <dgm:pt modelId="{1308751E-49E7-4FA8-9AE2-F7E9A8186F0C}">
      <dgm:prSet phldrT="[Text]" phldr="0"/>
      <dgm:spPr/>
      <dgm:t>
        <a:bodyPr/>
        <a:lstStyle/>
        <a:p>
          <a:r>
            <a:rPr lang="en-US" dirty="0"/>
            <a:t>Tailwind CSS</a:t>
          </a:r>
          <a:endParaRPr lang="en-IN" dirty="0"/>
        </a:p>
      </dgm:t>
    </dgm:pt>
    <dgm:pt modelId="{6B0850C8-5C07-402D-B17E-3F3745F93746}" type="parTrans" cxnId="{02634B42-F155-454D-8AC3-2AD87E5D63AA}">
      <dgm:prSet/>
      <dgm:spPr/>
      <dgm:t>
        <a:bodyPr/>
        <a:lstStyle/>
        <a:p>
          <a:endParaRPr lang="en-IN"/>
        </a:p>
      </dgm:t>
    </dgm:pt>
    <dgm:pt modelId="{34A68BD6-B023-4033-AACA-FD16CFB7D24C}" type="sibTrans" cxnId="{02634B42-F155-454D-8AC3-2AD87E5D63AA}">
      <dgm:prSet/>
      <dgm:spPr/>
      <dgm:t>
        <a:bodyPr/>
        <a:lstStyle/>
        <a:p>
          <a:endParaRPr lang="en-IN"/>
        </a:p>
      </dgm:t>
    </dgm:pt>
    <dgm:pt modelId="{BCC497E2-D53C-410E-9D18-E00EE26CCD29}">
      <dgm:prSet phldrT="[Text]" phldr="0"/>
      <dgm:spPr/>
      <dgm:t>
        <a:bodyPr/>
        <a:lstStyle/>
        <a:p>
          <a:r>
            <a:rPr lang="en-US" dirty="0"/>
            <a:t>React Router</a:t>
          </a:r>
          <a:endParaRPr lang="en-IN" dirty="0"/>
        </a:p>
      </dgm:t>
    </dgm:pt>
    <dgm:pt modelId="{B3CB8845-DD20-468A-89A1-CBDCF98DEFD8}" type="parTrans" cxnId="{0766CBFE-5782-4FB3-84FF-60CE371ADA9F}">
      <dgm:prSet/>
      <dgm:spPr/>
      <dgm:t>
        <a:bodyPr/>
        <a:lstStyle/>
        <a:p>
          <a:endParaRPr lang="en-IN"/>
        </a:p>
      </dgm:t>
    </dgm:pt>
    <dgm:pt modelId="{BC6F9512-8A1C-4421-BED9-038816ACA78F}" type="sibTrans" cxnId="{0766CBFE-5782-4FB3-84FF-60CE371ADA9F}">
      <dgm:prSet/>
      <dgm:spPr/>
      <dgm:t>
        <a:bodyPr/>
        <a:lstStyle/>
        <a:p>
          <a:endParaRPr lang="en-IN"/>
        </a:p>
      </dgm:t>
    </dgm:pt>
    <dgm:pt modelId="{E391320F-A47B-40A6-8971-C31C4D5A2D4E}">
      <dgm:prSet phldrT="[Text]" phldr="0"/>
      <dgm:spPr/>
      <dgm:t>
        <a:bodyPr/>
        <a:lstStyle/>
        <a:p>
          <a:r>
            <a:rPr lang="en-US"/>
            <a:t>Vite</a:t>
          </a:r>
          <a:endParaRPr lang="en-IN" dirty="0"/>
        </a:p>
      </dgm:t>
    </dgm:pt>
    <dgm:pt modelId="{9885A290-78D7-4087-8686-7A63B189F4CE}" type="parTrans" cxnId="{20D0D8FC-51C9-4EFA-AC3A-457A50D5EAA5}">
      <dgm:prSet/>
      <dgm:spPr/>
      <dgm:t>
        <a:bodyPr/>
        <a:lstStyle/>
        <a:p>
          <a:endParaRPr lang="en-IN"/>
        </a:p>
      </dgm:t>
    </dgm:pt>
    <dgm:pt modelId="{DAC22EB9-BB58-4662-9980-3994F4F190E7}" type="sibTrans" cxnId="{20D0D8FC-51C9-4EFA-AC3A-457A50D5EAA5}">
      <dgm:prSet/>
      <dgm:spPr/>
      <dgm:t>
        <a:bodyPr/>
        <a:lstStyle/>
        <a:p>
          <a:endParaRPr lang="en-IN"/>
        </a:p>
      </dgm:t>
    </dgm:pt>
    <dgm:pt modelId="{D378E406-7337-4CE3-9708-A39102E82CC6}">
      <dgm:prSet phldrT="[Text]" phldr="0"/>
      <dgm:spPr/>
      <dgm:t>
        <a:bodyPr/>
        <a:lstStyle/>
        <a:p>
          <a:r>
            <a:rPr lang="en-US"/>
            <a:t>Lucide React</a:t>
          </a:r>
          <a:endParaRPr lang="en-IN" dirty="0"/>
        </a:p>
      </dgm:t>
    </dgm:pt>
    <dgm:pt modelId="{EB9BEC69-A0B3-4887-99B5-FC0A77D012B0}" type="parTrans" cxnId="{F9452869-CFCE-4883-B7DD-BEF37790C004}">
      <dgm:prSet/>
      <dgm:spPr/>
      <dgm:t>
        <a:bodyPr/>
        <a:lstStyle/>
        <a:p>
          <a:endParaRPr lang="en-IN"/>
        </a:p>
      </dgm:t>
    </dgm:pt>
    <dgm:pt modelId="{169FDC5D-104F-4F4F-BB9D-DE1C43D226CE}" type="sibTrans" cxnId="{F9452869-CFCE-4883-B7DD-BEF37790C004}">
      <dgm:prSet/>
      <dgm:spPr/>
      <dgm:t>
        <a:bodyPr/>
        <a:lstStyle/>
        <a:p>
          <a:endParaRPr lang="en-IN"/>
        </a:p>
      </dgm:t>
    </dgm:pt>
    <dgm:pt modelId="{06BED1F2-7ED8-41E1-B04B-3E26856DEDB1}">
      <dgm:prSet phldrT="[Text]" phldr="0"/>
      <dgm:spPr/>
      <dgm:t>
        <a:bodyPr/>
        <a:lstStyle/>
        <a:p>
          <a:r>
            <a:rPr lang="en-US" dirty="0"/>
            <a:t>CSS</a:t>
          </a:r>
          <a:endParaRPr lang="en-IN" dirty="0"/>
        </a:p>
      </dgm:t>
    </dgm:pt>
    <dgm:pt modelId="{58C3CA69-4C05-4255-A315-6731C5D9A1B0}" type="parTrans" cxnId="{E045DAF4-A150-4EC0-B548-B47BF81EA9C2}">
      <dgm:prSet/>
      <dgm:spPr/>
      <dgm:t>
        <a:bodyPr/>
        <a:lstStyle/>
        <a:p>
          <a:endParaRPr lang="en-IN"/>
        </a:p>
      </dgm:t>
    </dgm:pt>
    <dgm:pt modelId="{C8197CE1-310C-424F-88DC-5D5B8FD7833F}" type="sibTrans" cxnId="{E045DAF4-A150-4EC0-B548-B47BF81EA9C2}">
      <dgm:prSet/>
      <dgm:spPr/>
      <dgm:t>
        <a:bodyPr/>
        <a:lstStyle/>
        <a:p>
          <a:endParaRPr lang="en-IN"/>
        </a:p>
      </dgm:t>
    </dgm:pt>
    <dgm:pt modelId="{3B9539A8-5214-445D-AF5F-4BEE8F736DDC}">
      <dgm:prSet phldrT="[Text]" phldr="0"/>
      <dgm:spPr/>
      <dgm:t>
        <a:bodyPr/>
        <a:lstStyle/>
        <a:p>
          <a:r>
            <a:rPr lang="en-US" dirty="0"/>
            <a:t>JavaScript</a:t>
          </a:r>
          <a:endParaRPr lang="en-IN" dirty="0"/>
        </a:p>
      </dgm:t>
    </dgm:pt>
    <dgm:pt modelId="{174C8403-7ABB-4C64-8387-8F85DC7C902D}" type="parTrans" cxnId="{5165DF89-B850-4F52-82BB-5FB430A5D759}">
      <dgm:prSet/>
      <dgm:spPr/>
      <dgm:t>
        <a:bodyPr/>
        <a:lstStyle/>
        <a:p>
          <a:endParaRPr lang="en-IN"/>
        </a:p>
      </dgm:t>
    </dgm:pt>
    <dgm:pt modelId="{2BA8A1CF-019F-4C1C-88DF-03F68D188978}" type="sibTrans" cxnId="{5165DF89-B850-4F52-82BB-5FB430A5D759}">
      <dgm:prSet/>
      <dgm:spPr/>
      <dgm:t>
        <a:bodyPr/>
        <a:lstStyle/>
        <a:p>
          <a:endParaRPr lang="en-IN"/>
        </a:p>
      </dgm:t>
    </dgm:pt>
    <dgm:pt modelId="{19283FEE-3F18-43B2-9C77-961DFA4E5A0A}" type="pres">
      <dgm:prSet presAssocID="{86CA0797-4444-41FC-BC6D-067C42D4F1FF}" presName="linearFlow" presStyleCnt="0">
        <dgm:presLayoutVars>
          <dgm:resizeHandles val="exact"/>
        </dgm:presLayoutVars>
      </dgm:prSet>
      <dgm:spPr/>
    </dgm:pt>
    <dgm:pt modelId="{2436EAE4-428B-4D41-9A50-1ED04478EE34}" type="pres">
      <dgm:prSet presAssocID="{8270ADF4-0097-47AE-9C55-65B7EA35FC57}" presName="node" presStyleLbl="node1" presStyleIdx="0" presStyleCnt="7">
        <dgm:presLayoutVars>
          <dgm:bulletEnabled val="1"/>
        </dgm:presLayoutVars>
      </dgm:prSet>
      <dgm:spPr/>
    </dgm:pt>
    <dgm:pt modelId="{9A13E0E4-E43B-4033-968B-FEECC5B43749}" type="pres">
      <dgm:prSet presAssocID="{A18B490D-8B4C-437C-831E-25D3B52F3110}" presName="sibTrans" presStyleLbl="sibTrans2D1" presStyleIdx="0" presStyleCnt="6"/>
      <dgm:spPr/>
    </dgm:pt>
    <dgm:pt modelId="{2E7199A6-541E-48D1-A690-4B7AF0EF981C}" type="pres">
      <dgm:prSet presAssocID="{A18B490D-8B4C-437C-831E-25D3B52F3110}" presName="connectorText" presStyleLbl="sibTrans2D1" presStyleIdx="0" presStyleCnt="6"/>
      <dgm:spPr/>
    </dgm:pt>
    <dgm:pt modelId="{16524FAA-3779-451B-96AA-0FB2F63B62B5}" type="pres">
      <dgm:prSet presAssocID="{E391320F-A47B-40A6-8971-C31C4D5A2D4E}" presName="node" presStyleLbl="node1" presStyleIdx="1" presStyleCnt="7">
        <dgm:presLayoutVars>
          <dgm:bulletEnabled val="1"/>
        </dgm:presLayoutVars>
      </dgm:prSet>
      <dgm:spPr/>
    </dgm:pt>
    <dgm:pt modelId="{8BD07825-925D-4BAF-B568-DB5E2088BC2B}" type="pres">
      <dgm:prSet presAssocID="{DAC22EB9-BB58-4662-9980-3994F4F190E7}" presName="sibTrans" presStyleLbl="sibTrans2D1" presStyleIdx="1" presStyleCnt="6"/>
      <dgm:spPr/>
    </dgm:pt>
    <dgm:pt modelId="{8B04E3C5-7935-454C-9640-3CE74DEFAB1D}" type="pres">
      <dgm:prSet presAssocID="{DAC22EB9-BB58-4662-9980-3994F4F190E7}" presName="connectorText" presStyleLbl="sibTrans2D1" presStyleIdx="1" presStyleCnt="6"/>
      <dgm:spPr/>
    </dgm:pt>
    <dgm:pt modelId="{BA47D7F7-579B-4F08-B90C-DCF228AF718F}" type="pres">
      <dgm:prSet presAssocID="{1308751E-49E7-4FA8-9AE2-F7E9A8186F0C}" presName="node" presStyleLbl="node1" presStyleIdx="2" presStyleCnt="7">
        <dgm:presLayoutVars>
          <dgm:bulletEnabled val="1"/>
        </dgm:presLayoutVars>
      </dgm:prSet>
      <dgm:spPr/>
    </dgm:pt>
    <dgm:pt modelId="{389CE017-13A1-45B7-A894-8907047E43D0}" type="pres">
      <dgm:prSet presAssocID="{34A68BD6-B023-4033-AACA-FD16CFB7D24C}" presName="sibTrans" presStyleLbl="sibTrans2D1" presStyleIdx="2" presStyleCnt="6"/>
      <dgm:spPr/>
    </dgm:pt>
    <dgm:pt modelId="{12088190-FBC2-4652-954C-0CAE4D7A1515}" type="pres">
      <dgm:prSet presAssocID="{34A68BD6-B023-4033-AACA-FD16CFB7D24C}" presName="connectorText" presStyleLbl="sibTrans2D1" presStyleIdx="2" presStyleCnt="6"/>
      <dgm:spPr/>
    </dgm:pt>
    <dgm:pt modelId="{C29F282D-E028-4DCB-9DC1-502F2E8D35B4}" type="pres">
      <dgm:prSet presAssocID="{BCC497E2-D53C-410E-9D18-E00EE26CCD29}" presName="node" presStyleLbl="node1" presStyleIdx="3" presStyleCnt="7">
        <dgm:presLayoutVars>
          <dgm:bulletEnabled val="1"/>
        </dgm:presLayoutVars>
      </dgm:prSet>
      <dgm:spPr/>
    </dgm:pt>
    <dgm:pt modelId="{1596F715-9FC3-4AA7-ACEA-E3ABF12C0657}" type="pres">
      <dgm:prSet presAssocID="{BC6F9512-8A1C-4421-BED9-038816ACA78F}" presName="sibTrans" presStyleLbl="sibTrans2D1" presStyleIdx="3" presStyleCnt="6"/>
      <dgm:spPr/>
    </dgm:pt>
    <dgm:pt modelId="{5605F5C5-2D24-4525-AF38-4A677B3D6FF2}" type="pres">
      <dgm:prSet presAssocID="{BC6F9512-8A1C-4421-BED9-038816ACA78F}" presName="connectorText" presStyleLbl="sibTrans2D1" presStyleIdx="3" presStyleCnt="6"/>
      <dgm:spPr/>
    </dgm:pt>
    <dgm:pt modelId="{00986E41-933F-4B82-B98B-8015A7B76462}" type="pres">
      <dgm:prSet presAssocID="{D378E406-7337-4CE3-9708-A39102E82CC6}" presName="node" presStyleLbl="node1" presStyleIdx="4" presStyleCnt="7">
        <dgm:presLayoutVars>
          <dgm:bulletEnabled val="1"/>
        </dgm:presLayoutVars>
      </dgm:prSet>
      <dgm:spPr/>
    </dgm:pt>
    <dgm:pt modelId="{27281666-22E2-4A85-8EA0-6B1D52EDB317}" type="pres">
      <dgm:prSet presAssocID="{169FDC5D-104F-4F4F-BB9D-DE1C43D226CE}" presName="sibTrans" presStyleLbl="sibTrans2D1" presStyleIdx="4" presStyleCnt="6"/>
      <dgm:spPr/>
    </dgm:pt>
    <dgm:pt modelId="{162A08D4-62E3-42FF-B3AA-117E0D75202E}" type="pres">
      <dgm:prSet presAssocID="{169FDC5D-104F-4F4F-BB9D-DE1C43D226CE}" presName="connectorText" presStyleLbl="sibTrans2D1" presStyleIdx="4" presStyleCnt="6"/>
      <dgm:spPr/>
    </dgm:pt>
    <dgm:pt modelId="{A07E267E-329E-4D02-A620-94BC9AE7EE30}" type="pres">
      <dgm:prSet presAssocID="{06BED1F2-7ED8-41E1-B04B-3E26856DEDB1}" presName="node" presStyleLbl="node1" presStyleIdx="5" presStyleCnt="7">
        <dgm:presLayoutVars>
          <dgm:bulletEnabled val="1"/>
        </dgm:presLayoutVars>
      </dgm:prSet>
      <dgm:spPr/>
    </dgm:pt>
    <dgm:pt modelId="{215FAE92-C087-4003-BCC3-C3ED5BD046C1}" type="pres">
      <dgm:prSet presAssocID="{C8197CE1-310C-424F-88DC-5D5B8FD7833F}" presName="sibTrans" presStyleLbl="sibTrans2D1" presStyleIdx="5" presStyleCnt="6"/>
      <dgm:spPr/>
    </dgm:pt>
    <dgm:pt modelId="{DF12DA2E-2DA9-41CA-AE94-65A621A43F7F}" type="pres">
      <dgm:prSet presAssocID="{C8197CE1-310C-424F-88DC-5D5B8FD7833F}" presName="connectorText" presStyleLbl="sibTrans2D1" presStyleIdx="5" presStyleCnt="6"/>
      <dgm:spPr/>
    </dgm:pt>
    <dgm:pt modelId="{3E7489D3-49B2-4895-A671-8E837A49A829}" type="pres">
      <dgm:prSet presAssocID="{3B9539A8-5214-445D-AF5F-4BEE8F736DDC}" presName="node" presStyleLbl="node1" presStyleIdx="6" presStyleCnt="7">
        <dgm:presLayoutVars>
          <dgm:bulletEnabled val="1"/>
        </dgm:presLayoutVars>
      </dgm:prSet>
      <dgm:spPr/>
    </dgm:pt>
  </dgm:ptLst>
  <dgm:cxnLst>
    <dgm:cxn modelId="{09E7A90D-CA85-48FD-90E7-D19C67F33A0B}" type="presOf" srcId="{169FDC5D-104F-4F4F-BB9D-DE1C43D226CE}" destId="{27281666-22E2-4A85-8EA0-6B1D52EDB317}" srcOrd="0" destOrd="0" presId="urn:microsoft.com/office/officeart/2005/8/layout/process2"/>
    <dgm:cxn modelId="{ADA2CC1A-395E-4944-8053-AFEE5BCF8F07}" type="presOf" srcId="{DAC22EB9-BB58-4662-9980-3994F4F190E7}" destId="{8B04E3C5-7935-454C-9640-3CE74DEFAB1D}" srcOrd="1" destOrd="0" presId="urn:microsoft.com/office/officeart/2005/8/layout/process2"/>
    <dgm:cxn modelId="{02634B42-F155-454D-8AC3-2AD87E5D63AA}" srcId="{86CA0797-4444-41FC-BC6D-067C42D4F1FF}" destId="{1308751E-49E7-4FA8-9AE2-F7E9A8186F0C}" srcOrd="2" destOrd="0" parTransId="{6B0850C8-5C07-402D-B17E-3F3745F93746}" sibTransId="{34A68BD6-B023-4033-AACA-FD16CFB7D24C}"/>
    <dgm:cxn modelId="{195D8D43-14A1-42C7-BFFA-BFB6FB184F3E}" type="presOf" srcId="{BC6F9512-8A1C-4421-BED9-038816ACA78F}" destId="{1596F715-9FC3-4AA7-ACEA-E3ABF12C0657}" srcOrd="0" destOrd="0" presId="urn:microsoft.com/office/officeart/2005/8/layout/process2"/>
    <dgm:cxn modelId="{89EDAC64-9B51-43A6-9C41-C5AC8FA43BF8}" type="presOf" srcId="{D378E406-7337-4CE3-9708-A39102E82CC6}" destId="{00986E41-933F-4B82-B98B-8015A7B76462}" srcOrd="0" destOrd="0" presId="urn:microsoft.com/office/officeart/2005/8/layout/process2"/>
    <dgm:cxn modelId="{F9452869-CFCE-4883-B7DD-BEF37790C004}" srcId="{86CA0797-4444-41FC-BC6D-067C42D4F1FF}" destId="{D378E406-7337-4CE3-9708-A39102E82CC6}" srcOrd="4" destOrd="0" parTransId="{EB9BEC69-A0B3-4887-99B5-FC0A77D012B0}" sibTransId="{169FDC5D-104F-4F4F-BB9D-DE1C43D226CE}"/>
    <dgm:cxn modelId="{FFEE7A6D-2B5E-4B67-A68D-35746DB84D8A}" type="presOf" srcId="{34A68BD6-B023-4033-AACA-FD16CFB7D24C}" destId="{12088190-FBC2-4652-954C-0CAE4D7A1515}" srcOrd="1" destOrd="0" presId="urn:microsoft.com/office/officeart/2005/8/layout/process2"/>
    <dgm:cxn modelId="{1B38FF6F-92D5-4901-A216-D15112F77E6A}" type="presOf" srcId="{34A68BD6-B023-4033-AACA-FD16CFB7D24C}" destId="{389CE017-13A1-45B7-A894-8907047E43D0}" srcOrd="0" destOrd="0" presId="urn:microsoft.com/office/officeart/2005/8/layout/process2"/>
    <dgm:cxn modelId="{00BF6552-0690-4743-8888-6CCB4AC18DD7}" type="presOf" srcId="{8270ADF4-0097-47AE-9C55-65B7EA35FC57}" destId="{2436EAE4-428B-4D41-9A50-1ED04478EE34}" srcOrd="0" destOrd="0" presId="urn:microsoft.com/office/officeart/2005/8/layout/process2"/>
    <dgm:cxn modelId="{9B96C183-A052-4CD2-A117-7462F72862A6}" type="presOf" srcId="{BCC497E2-D53C-410E-9D18-E00EE26CCD29}" destId="{C29F282D-E028-4DCB-9DC1-502F2E8D35B4}" srcOrd="0" destOrd="0" presId="urn:microsoft.com/office/officeart/2005/8/layout/process2"/>
    <dgm:cxn modelId="{5165DF89-B850-4F52-82BB-5FB430A5D759}" srcId="{86CA0797-4444-41FC-BC6D-067C42D4F1FF}" destId="{3B9539A8-5214-445D-AF5F-4BEE8F736DDC}" srcOrd="6" destOrd="0" parTransId="{174C8403-7ABB-4C64-8387-8F85DC7C902D}" sibTransId="{2BA8A1CF-019F-4C1C-88DF-03F68D188978}"/>
    <dgm:cxn modelId="{11FDB48A-F8AA-4258-B5C2-328D93ED6CE8}" type="presOf" srcId="{06BED1F2-7ED8-41E1-B04B-3E26856DEDB1}" destId="{A07E267E-329E-4D02-A620-94BC9AE7EE30}" srcOrd="0" destOrd="0" presId="urn:microsoft.com/office/officeart/2005/8/layout/process2"/>
    <dgm:cxn modelId="{8EBF5593-7FBE-487D-9896-361389BADD96}" type="presOf" srcId="{DAC22EB9-BB58-4662-9980-3994F4F190E7}" destId="{8BD07825-925D-4BAF-B568-DB5E2088BC2B}" srcOrd="0" destOrd="0" presId="urn:microsoft.com/office/officeart/2005/8/layout/process2"/>
    <dgm:cxn modelId="{73563CA8-DDEB-48CB-B4B7-A1F11F348F19}" type="presOf" srcId="{A18B490D-8B4C-437C-831E-25D3B52F3110}" destId="{9A13E0E4-E43B-4033-968B-FEECC5B43749}" srcOrd="0" destOrd="0" presId="urn:microsoft.com/office/officeart/2005/8/layout/process2"/>
    <dgm:cxn modelId="{B1C5C5B7-A370-4F83-A133-821510D77DB9}" type="presOf" srcId="{86CA0797-4444-41FC-BC6D-067C42D4F1FF}" destId="{19283FEE-3F18-43B2-9C77-961DFA4E5A0A}" srcOrd="0" destOrd="0" presId="urn:microsoft.com/office/officeart/2005/8/layout/process2"/>
    <dgm:cxn modelId="{9E369DB9-0B9D-4638-829C-B51143AFA907}" type="presOf" srcId="{3B9539A8-5214-445D-AF5F-4BEE8F736DDC}" destId="{3E7489D3-49B2-4895-A671-8E837A49A829}" srcOrd="0" destOrd="0" presId="urn:microsoft.com/office/officeart/2005/8/layout/process2"/>
    <dgm:cxn modelId="{5F273DCF-5941-4F5E-9778-3EF6B34052F6}" type="presOf" srcId="{1308751E-49E7-4FA8-9AE2-F7E9A8186F0C}" destId="{BA47D7F7-579B-4F08-B90C-DCF228AF718F}" srcOrd="0" destOrd="0" presId="urn:microsoft.com/office/officeart/2005/8/layout/process2"/>
    <dgm:cxn modelId="{8D55F5D2-ED16-412A-9724-B0D99CB70B00}" type="presOf" srcId="{A18B490D-8B4C-437C-831E-25D3B52F3110}" destId="{2E7199A6-541E-48D1-A690-4B7AF0EF981C}" srcOrd="1" destOrd="0" presId="urn:microsoft.com/office/officeart/2005/8/layout/process2"/>
    <dgm:cxn modelId="{AABEB0DC-4A6E-409A-AA33-0F8B2B77CC30}" type="presOf" srcId="{C8197CE1-310C-424F-88DC-5D5B8FD7833F}" destId="{215FAE92-C087-4003-BCC3-C3ED5BD046C1}" srcOrd="0" destOrd="0" presId="urn:microsoft.com/office/officeart/2005/8/layout/process2"/>
    <dgm:cxn modelId="{85D8A4DD-6A6D-45A4-9FC9-623FB9355AED}" type="presOf" srcId="{E391320F-A47B-40A6-8971-C31C4D5A2D4E}" destId="{16524FAA-3779-451B-96AA-0FB2F63B62B5}" srcOrd="0" destOrd="0" presId="urn:microsoft.com/office/officeart/2005/8/layout/process2"/>
    <dgm:cxn modelId="{CF53D6E2-239A-4869-B3F5-A8C0E03BC1B4}" type="presOf" srcId="{BC6F9512-8A1C-4421-BED9-038816ACA78F}" destId="{5605F5C5-2D24-4525-AF38-4A677B3D6FF2}" srcOrd="1" destOrd="0" presId="urn:microsoft.com/office/officeart/2005/8/layout/process2"/>
    <dgm:cxn modelId="{017BF7E6-AECE-48B8-B169-DF173EB11333}" type="presOf" srcId="{C8197CE1-310C-424F-88DC-5D5B8FD7833F}" destId="{DF12DA2E-2DA9-41CA-AE94-65A621A43F7F}" srcOrd="1" destOrd="0" presId="urn:microsoft.com/office/officeart/2005/8/layout/process2"/>
    <dgm:cxn modelId="{B52A4DE8-D8D2-4532-86D3-77A2B8BE4E9E}" type="presOf" srcId="{169FDC5D-104F-4F4F-BB9D-DE1C43D226CE}" destId="{162A08D4-62E3-42FF-B3AA-117E0D75202E}" srcOrd="1" destOrd="0" presId="urn:microsoft.com/office/officeart/2005/8/layout/process2"/>
    <dgm:cxn modelId="{3844B4F1-8043-4965-94CC-67C14D7E4E0A}" srcId="{86CA0797-4444-41FC-BC6D-067C42D4F1FF}" destId="{8270ADF4-0097-47AE-9C55-65B7EA35FC57}" srcOrd="0" destOrd="0" parTransId="{9DCF81BC-56C2-4D14-83FF-BF1670FDC62C}" sibTransId="{A18B490D-8B4C-437C-831E-25D3B52F3110}"/>
    <dgm:cxn modelId="{E045DAF4-A150-4EC0-B548-B47BF81EA9C2}" srcId="{86CA0797-4444-41FC-BC6D-067C42D4F1FF}" destId="{06BED1F2-7ED8-41E1-B04B-3E26856DEDB1}" srcOrd="5" destOrd="0" parTransId="{58C3CA69-4C05-4255-A315-6731C5D9A1B0}" sibTransId="{C8197CE1-310C-424F-88DC-5D5B8FD7833F}"/>
    <dgm:cxn modelId="{20D0D8FC-51C9-4EFA-AC3A-457A50D5EAA5}" srcId="{86CA0797-4444-41FC-BC6D-067C42D4F1FF}" destId="{E391320F-A47B-40A6-8971-C31C4D5A2D4E}" srcOrd="1" destOrd="0" parTransId="{9885A290-78D7-4087-8686-7A63B189F4CE}" sibTransId="{DAC22EB9-BB58-4662-9980-3994F4F190E7}"/>
    <dgm:cxn modelId="{0766CBFE-5782-4FB3-84FF-60CE371ADA9F}" srcId="{86CA0797-4444-41FC-BC6D-067C42D4F1FF}" destId="{BCC497E2-D53C-410E-9D18-E00EE26CCD29}" srcOrd="3" destOrd="0" parTransId="{B3CB8845-DD20-468A-89A1-CBDCF98DEFD8}" sibTransId="{BC6F9512-8A1C-4421-BED9-038816ACA78F}"/>
    <dgm:cxn modelId="{71D038DF-6EF1-4869-B78C-BC1EDB3420F5}" type="presParOf" srcId="{19283FEE-3F18-43B2-9C77-961DFA4E5A0A}" destId="{2436EAE4-428B-4D41-9A50-1ED04478EE34}" srcOrd="0" destOrd="0" presId="urn:microsoft.com/office/officeart/2005/8/layout/process2"/>
    <dgm:cxn modelId="{7DFEE3ED-E46A-46C9-A215-2C96E07CFA6C}" type="presParOf" srcId="{19283FEE-3F18-43B2-9C77-961DFA4E5A0A}" destId="{9A13E0E4-E43B-4033-968B-FEECC5B43749}" srcOrd="1" destOrd="0" presId="urn:microsoft.com/office/officeart/2005/8/layout/process2"/>
    <dgm:cxn modelId="{440E5F3C-DC89-4CC4-8F01-9453D5D1EA0A}" type="presParOf" srcId="{9A13E0E4-E43B-4033-968B-FEECC5B43749}" destId="{2E7199A6-541E-48D1-A690-4B7AF0EF981C}" srcOrd="0" destOrd="0" presId="urn:microsoft.com/office/officeart/2005/8/layout/process2"/>
    <dgm:cxn modelId="{12B6DC54-A8E9-4573-8EB8-93783D47F06C}" type="presParOf" srcId="{19283FEE-3F18-43B2-9C77-961DFA4E5A0A}" destId="{16524FAA-3779-451B-96AA-0FB2F63B62B5}" srcOrd="2" destOrd="0" presId="urn:microsoft.com/office/officeart/2005/8/layout/process2"/>
    <dgm:cxn modelId="{441B104E-490E-450F-B63C-4F69D05C9FF7}" type="presParOf" srcId="{19283FEE-3F18-43B2-9C77-961DFA4E5A0A}" destId="{8BD07825-925D-4BAF-B568-DB5E2088BC2B}" srcOrd="3" destOrd="0" presId="urn:microsoft.com/office/officeart/2005/8/layout/process2"/>
    <dgm:cxn modelId="{84B3A666-BFB1-4807-A84E-26DC3BEBDC21}" type="presParOf" srcId="{8BD07825-925D-4BAF-B568-DB5E2088BC2B}" destId="{8B04E3C5-7935-454C-9640-3CE74DEFAB1D}" srcOrd="0" destOrd="0" presId="urn:microsoft.com/office/officeart/2005/8/layout/process2"/>
    <dgm:cxn modelId="{2C590CEB-AFFF-4840-98B8-61D37F94B97F}" type="presParOf" srcId="{19283FEE-3F18-43B2-9C77-961DFA4E5A0A}" destId="{BA47D7F7-579B-4F08-B90C-DCF228AF718F}" srcOrd="4" destOrd="0" presId="urn:microsoft.com/office/officeart/2005/8/layout/process2"/>
    <dgm:cxn modelId="{72DBE6A7-DF83-4F6F-B6FF-2DBC9BCE4CE3}" type="presParOf" srcId="{19283FEE-3F18-43B2-9C77-961DFA4E5A0A}" destId="{389CE017-13A1-45B7-A894-8907047E43D0}" srcOrd="5" destOrd="0" presId="urn:microsoft.com/office/officeart/2005/8/layout/process2"/>
    <dgm:cxn modelId="{23813C1B-0A47-41E2-948A-644073C39FA4}" type="presParOf" srcId="{389CE017-13A1-45B7-A894-8907047E43D0}" destId="{12088190-FBC2-4652-954C-0CAE4D7A1515}" srcOrd="0" destOrd="0" presId="urn:microsoft.com/office/officeart/2005/8/layout/process2"/>
    <dgm:cxn modelId="{A5E25E0C-E4CB-4BAF-9D82-89C4EF5E18A4}" type="presParOf" srcId="{19283FEE-3F18-43B2-9C77-961DFA4E5A0A}" destId="{C29F282D-E028-4DCB-9DC1-502F2E8D35B4}" srcOrd="6" destOrd="0" presId="urn:microsoft.com/office/officeart/2005/8/layout/process2"/>
    <dgm:cxn modelId="{DEF25BD5-DC3C-42E4-8E4B-0D30A2070686}" type="presParOf" srcId="{19283FEE-3F18-43B2-9C77-961DFA4E5A0A}" destId="{1596F715-9FC3-4AA7-ACEA-E3ABF12C0657}" srcOrd="7" destOrd="0" presId="urn:microsoft.com/office/officeart/2005/8/layout/process2"/>
    <dgm:cxn modelId="{1FE89B97-4901-4A88-81A1-B15260E47BF7}" type="presParOf" srcId="{1596F715-9FC3-4AA7-ACEA-E3ABF12C0657}" destId="{5605F5C5-2D24-4525-AF38-4A677B3D6FF2}" srcOrd="0" destOrd="0" presId="urn:microsoft.com/office/officeart/2005/8/layout/process2"/>
    <dgm:cxn modelId="{7C38176C-3882-45E9-B84D-4ABB4C981E5A}" type="presParOf" srcId="{19283FEE-3F18-43B2-9C77-961DFA4E5A0A}" destId="{00986E41-933F-4B82-B98B-8015A7B76462}" srcOrd="8" destOrd="0" presId="urn:microsoft.com/office/officeart/2005/8/layout/process2"/>
    <dgm:cxn modelId="{EB442736-CF2C-4BB0-BA7A-651D52ECA4E5}" type="presParOf" srcId="{19283FEE-3F18-43B2-9C77-961DFA4E5A0A}" destId="{27281666-22E2-4A85-8EA0-6B1D52EDB317}" srcOrd="9" destOrd="0" presId="urn:microsoft.com/office/officeart/2005/8/layout/process2"/>
    <dgm:cxn modelId="{0590F4B9-C7AC-47E4-81E1-B5A1B00BA754}" type="presParOf" srcId="{27281666-22E2-4A85-8EA0-6B1D52EDB317}" destId="{162A08D4-62E3-42FF-B3AA-117E0D75202E}" srcOrd="0" destOrd="0" presId="urn:microsoft.com/office/officeart/2005/8/layout/process2"/>
    <dgm:cxn modelId="{515AA74D-09E8-4EDF-90D0-CD92339BC782}" type="presParOf" srcId="{19283FEE-3F18-43B2-9C77-961DFA4E5A0A}" destId="{A07E267E-329E-4D02-A620-94BC9AE7EE30}" srcOrd="10" destOrd="0" presId="urn:microsoft.com/office/officeart/2005/8/layout/process2"/>
    <dgm:cxn modelId="{D05E1509-C54E-47BD-A013-0D596F83A7C6}" type="presParOf" srcId="{19283FEE-3F18-43B2-9C77-961DFA4E5A0A}" destId="{215FAE92-C087-4003-BCC3-C3ED5BD046C1}" srcOrd="11" destOrd="0" presId="urn:microsoft.com/office/officeart/2005/8/layout/process2"/>
    <dgm:cxn modelId="{76B2F46F-ED4C-40B0-B57C-423A7BF319CD}" type="presParOf" srcId="{215FAE92-C087-4003-BCC3-C3ED5BD046C1}" destId="{DF12DA2E-2DA9-41CA-AE94-65A621A43F7F}" srcOrd="0" destOrd="0" presId="urn:microsoft.com/office/officeart/2005/8/layout/process2"/>
    <dgm:cxn modelId="{2F2360A5-D34F-4647-84F5-D829CE481B4F}" type="presParOf" srcId="{19283FEE-3F18-43B2-9C77-961DFA4E5A0A}" destId="{3E7489D3-49B2-4895-A671-8E837A49A829}" srcOrd="12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772D890-968D-4BAD-B2E6-2AABB3E89F19}" type="doc">
      <dgm:prSet loTypeId="urn:microsoft.com/office/officeart/2005/8/layout/process2" loCatId="process" qsTypeId="urn:microsoft.com/office/officeart/2005/8/quickstyle/3d2" qsCatId="3D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1DF47BB8-1519-4409-ABFD-22548729F18F}">
      <dgm:prSet phldrT="[Text]" phldr="0"/>
      <dgm:spPr/>
      <dgm:t>
        <a:bodyPr/>
        <a:lstStyle/>
        <a:p>
          <a:r>
            <a:rPr lang="en-US" dirty="0"/>
            <a:t>App</a:t>
          </a:r>
          <a:endParaRPr lang="en-IN" dirty="0"/>
        </a:p>
      </dgm:t>
    </dgm:pt>
    <dgm:pt modelId="{96D85B9F-FF78-417A-B1AA-B31BE0ED127C}" type="parTrans" cxnId="{6B06DA13-610E-46B1-A851-A84C93BD9A63}">
      <dgm:prSet/>
      <dgm:spPr/>
      <dgm:t>
        <a:bodyPr/>
        <a:lstStyle/>
        <a:p>
          <a:endParaRPr lang="en-IN"/>
        </a:p>
      </dgm:t>
    </dgm:pt>
    <dgm:pt modelId="{4D4331F7-3DC1-4D9C-BEBA-0537D90DB9F2}" type="sibTrans" cxnId="{6B06DA13-610E-46B1-A851-A84C93BD9A63}">
      <dgm:prSet/>
      <dgm:spPr/>
      <dgm:t>
        <a:bodyPr/>
        <a:lstStyle/>
        <a:p>
          <a:endParaRPr lang="en-IN"/>
        </a:p>
      </dgm:t>
    </dgm:pt>
    <dgm:pt modelId="{F1053C82-E03F-4404-869C-F345D7FADB42}">
      <dgm:prSet phldrT="[Text]" phldr="0"/>
      <dgm:spPr/>
      <dgm:t>
        <a:bodyPr/>
        <a:lstStyle/>
        <a:p>
          <a:r>
            <a:rPr lang="en-US" dirty="0"/>
            <a:t>Routes</a:t>
          </a:r>
          <a:endParaRPr lang="en-IN" dirty="0"/>
        </a:p>
      </dgm:t>
    </dgm:pt>
    <dgm:pt modelId="{4BEED9F8-C6BB-42EE-B4A9-30EF5866CF79}" type="parTrans" cxnId="{4470B192-EA6A-4A37-977C-B72D19EACC97}">
      <dgm:prSet/>
      <dgm:spPr/>
      <dgm:t>
        <a:bodyPr/>
        <a:lstStyle/>
        <a:p>
          <a:endParaRPr lang="en-IN"/>
        </a:p>
      </dgm:t>
    </dgm:pt>
    <dgm:pt modelId="{A86F06B5-EA6D-4A11-AAEF-C2B3F217AA09}" type="sibTrans" cxnId="{4470B192-EA6A-4A37-977C-B72D19EACC97}">
      <dgm:prSet/>
      <dgm:spPr/>
      <dgm:t>
        <a:bodyPr/>
        <a:lstStyle/>
        <a:p>
          <a:endParaRPr lang="en-IN"/>
        </a:p>
      </dgm:t>
    </dgm:pt>
    <dgm:pt modelId="{779A853B-DCAF-4B16-950D-B15FB19BE18E}">
      <dgm:prSet phldrT="[Text]" phldr="0"/>
      <dgm:spPr/>
      <dgm:t>
        <a:bodyPr/>
        <a:lstStyle/>
        <a:p>
          <a:r>
            <a:rPr lang="en-US" dirty="0"/>
            <a:t>Pages</a:t>
          </a:r>
          <a:endParaRPr lang="en-IN" dirty="0"/>
        </a:p>
      </dgm:t>
    </dgm:pt>
    <dgm:pt modelId="{0B7A3C46-7450-432D-9A69-5CE009B9CC52}" type="parTrans" cxnId="{22A7A35B-31C0-4656-B0A7-5963C7051028}">
      <dgm:prSet/>
      <dgm:spPr/>
      <dgm:t>
        <a:bodyPr/>
        <a:lstStyle/>
        <a:p>
          <a:endParaRPr lang="en-IN"/>
        </a:p>
      </dgm:t>
    </dgm:pt>
    <dgm:pt modelId="{D1CC7A15-82C9-4A9B-862B-EF944F2094C1}" type="sibTrans" cxnId="{22A7A35B-31C0-4656-B0A7-5963C7051028}">
      <dgm:prSet/>
      <dgm:spPr/>
      <dgm:t>
        <a:bodyPr/>
        <a:lstStyle/>
        <a:p>
          <a:endParaRPr lang="en-IN"/>
        </a:p>
      </dgm:t>
    </dgm:pt>
    <dgm:pt modelId="{8EAF455F-B409-4361-BA4C-92CD7E068234}">
      <dgm:prSet phldrT="[Text]" phldr="0"/>
      <dgm:spPr/>
      <dgm:t>
        <a:bodyPr/>
        <a:lstStyle/>
        <a:p>
          <a:r>
            <a:rPr lang="en-US" dirty="0" err="1"/>
            <a:t>ListingSection</a:t>
          </a:r>
          <a:endParaRPr lang="en-IN" dirty="0"/>
        </a:p>
      </dgm:t>
    </dgm:pt>
    <dgm:pt modelId="{25D3F703-BAE0-4849-88DF-9ED8C328ED30}" type="parTrans" cxnId="{0C725A18-27E8-4101-BA19-3F93B8138F52}">
      <dgm:prSet/>
      <dgm:spPr/>
      <dgm:t>
        <a:bodyPr/>
        <a:lstStyle/>
        <a:p>
          <a:endParaRPr lang="en-IN"/>
        </a:p>
      </dgm:t>
    </dgm:pt>
    <dgm:pt modelId="{3AD8E657-2ACD-471A-B314-DFA0644AD873}" type="sibTrans" cxnId="{0C725A18-27E8-4101-BA19-3F93B8138F52}">
      <dgm:prSet/>
      <dgm:spPr/>
      <dgm:t>
        <a:bodyPr/>
        <a:lstStyle/>
        <a:p>
          <a:endParaRPr lang="en-IN"/>
        </a:p>
      </dgm:t>
    </dgm:pt>
    <dgm:pt modelId="{B769D79F-D1F2-4A44-B2A8-1E27B29F9ABC}">
      <dgm:prSet phldrT="[Text]" phldr="0"/>
      <dgm:spPr/>
      <dgm:t>
        <a:bodyPr/>
        <a:lstStyle/>
        <a:p>
          <a:r>
            <a:rPr lang="en-US"/>
            <a:t>PropertyCard</a:t>
          </a:r>
          <a:endParaRPr lang="en-IN" dirty="0"/>
        </a:p>
      </dgm:t>
    </dgm:pt>
    <dgm:pt modelId="{F22DDD33-43CC-48D1-B8CF-DA1B255F016F}" type="parTrans" cxnId="{6E53ADD5-4D33-4446-86CB-043F3A955F80}">
      <dgm:prSet/>
      <dgm:spPr/>
      <dgm:t>
        <a:bodyPr/>
        <a:lstStyle/>
        <a:p>
          <a:endParaRPr lang="en-IN"/>
        </a:p>
      </dgm:t>
    </dgm:pt>
    <dgm:pt modelId="{C71DCAA9-7A71-4B04-926E-A8FBB7328E00}" type="sibTrans" cxnId="{6E53ADD5-4D33-4446-86CB-043F3A955F80}">
      <dgm:prSet/>
      <dgm:spPr/>
      <dgm:t>
        <a:bodyPr/>
        <a:lstStyle/>
        <a:p>
          <a:endParaRPr lang="en-IN"/>
        </a:p>
      </dgm:t>
    </dgm:pt>
    <dgm:pt modelId="{2CA3975C-D738-43FB-930F-10E21085D26D}">
      <dgm:prSet phldrT="[Text]" phldr="0"/>
      <dgm:spPr/>
      <dgm:t>
        <a:bodyPr/>
        <a:lstStyle/>
        <a:p>
          <a:r>
            <a:rPr lang="en-US"/>
            <a:t>EcoScore</a:t>
          </a:r>
          <a:endParaRPr lang="en-IN" dirty="0"/>
        </a:p>
      </dgm:t>
    </dgm:pt>
    <dgm:pt modelId="{4DCDA65F-1BD9-4075-B98F-1D42DFC84721}" type="parTrans" cxnId="{6EEF0377-19FA-4194-99CE-24C54A423A25}">
      <dgm:prSet/>
      <dgm:spPr/>
      <dgm:t>
        <a:bodyPr/>
        <a:lstStyle/>
        <a:p>
          <a:endParaRPr lang="en-IN"/>
        </a:p>
      </dgm:t>
    </dgm:pt>
    <dgm:pt modelId="{C062A06B-3D93-42A9-A685-F9037BBF10E8}" type="sibTrans" cxnId="{6EEF0377-19FA-4194-99CE-24C54A423A25}">
      <dgm:prSet/>
      <dgm:spPr/>
      <dgm:t>
        <a:bodyPr/>
        <a:lstStyle/>
        <a:p>
          <a:endParaRPr lang="en-IN"/>
        </a:p>
      </dgm:t>
    </dgm:pt>
    <dgm:pt modelId="{D3EE8A9E-6F21-4729-8A3D-8F19560CCC5A}">
      <dgm:prSet phldrT="[Text]" phldr="0"/>
      <dgm:spPr/>
      <dgm:t>
        <a:bodyPr/>
        <a:lstStyle/>
        <a:p>
          <a:r>
            <a:rPr lang="en-US"/>
            <a:t>Ecopopup</a:t>
          </a:r>
          <a:endParaRPr lang="en-IN" dirty="0"/>
        </a:p>
      </dgm:t>
    </dgm:pt>
    <dgm:pt modelId="{68263741-C9D0-457F-90D1-6AC86171047A}" type="parTrans" cxnId="{2E0F8F7E-A481-42DB-806D-986E22DDDFAD}">
      <dgm:prSet/>
      <dgm:spPr/>
      <dgm:t>
        <a:bodyPr/>
        <a:lstStyle/>
        <a:p>
          <a:endParaRPr lang="en-IN"/>
        </a:p>
      </dgm:t>
    </dgm:pt>
    <dgm:pt modelId="{8E8DED33-BA61-42A6-8EFC-35DF7C642336}" type="sibTrans" cxnId="{2E0F8F7E-A481-42DB-806D-986E22DDDFAD}">
      <dgm:prSet/>
      <dgm:spPr/>
      <dgm:t>
        <a:bodyPr/>
        <a:lstStyle/>
        <a:p>
          <a:endParaRPr lang="en-IN"/>
        </a:p>
      </dgm:t>
    </dgm:pt>
    <dgm:pt modelId="{08858F5A-F739-4F40-A77D-40DC2498E461}" type="pres">
      <dgm:prSet presAssocID="{A772D890-968D-4BAD-B2E6-2AABB3E89F19}" presName="linearFlow" presStyleCnt="0">
        <dgm:presLayoutVars>
          <dgm:resizeHandles val="exact"/>
        </dgm:presLayoutVars>
      </dgm:prSet>
      <dgm:spPr/>
    </dgm:pt>
    <dgm:pt modelId="{4EA9A56E-3EB4-42D4-9D72-321B6D0E05A0}" type="pres">
      <dgm:prSet presAssocID="{1DF47BB8-1519-4409-ABFD-22548729F18F}" presName="node" presStyleLbl="node1" presStyleIdx="0" presStyleCnt="7">
        <dgm:presLayoutVars>
          <dgm:bulletEnabled val="1"/>
        </dgm:presLayoutVars>
      </dgm:prSet>
      <dgm:spPr/>
    </dgm:pt>
    <dgm:pt modelId="{738A6408-6790-40AF-8E0A-A63AAC000651}" type="pres">
      <dgm:prSet presAssocID="{4D4331F7-3DC1-4D9C-BEBA-0537D90DB9F2}" presName="sibTrans" presStyleLbl="sibTrans2D1" presStyleIdx="0" presStyleCnt="6"/>
      <dgm:spPr/>
    </dgm:pt>
    <dgm:pt modelId="{7CD8A3BD-5BA5-4552-A4F0-37FA79F5B36D}" type="pres">
      <dgm:prSet presAssocID="{4D4331F7-3DC1-4D9C-BEBA-0537D90DB9F2}" presName="connectorText" presStyleLbl="sibTrans2D1" presStyleIdx="0" presStyleCnt="6"/>
      <dgm:spPr/>
    </dgm:pt>
    <dgm:pt modelId="{A4276CAD-2556-4F23-9CE3-A00D783A6AE2}" type="pres">
      <dgm:prSet presAssocID="{F1053C82-E03F-4404-869C-F345D7FADB42}" presName="node" presStyleLbl="node1" presStyleIdx="1" presStyleCnt="7">
        <dgm:presLayoutVars>
          <dgm:bulletEnabled val="1"/>
        </dgm:presLayoutVars>
      </dgm:prSet>
      <dgm:spPr/>
    </dgm:pt>
    <dgm:pt modelId="{58C4B420-6D77-4FD1-8B6C-2EE552C82F55}" type="pres">
      <dgm:prSet presAssocID="{A86F06B5-EA6D-4A11-AAEF-C2B3F217AA09}" presName="sibTrans" presStyleLbl="sibTrans2D1" presStyleIdx="1" presStyleCnt="6"/>
      <dgm:spPr/>
    </dgm:pt>
    <dgm:pt modelId="{60DF927B-0CEA-4D49-BA9C-F2E302B7428D}" type="pres">
      <dgm:prSet presAssocID="{A86F06B5-EA6D-4A11-AAEF-C2B3F217AA09}" presName="connectorText" presStyleLbl="sibTrans2D1" presStyleIdx="1" presStyleCnt="6"/>
      <dgm:spPr/>
    </dgm:pt>
    <dgm:pt modelId="{151B3865-0E1C-47C3-96FA-FF707B28F0EC}" type="pres">
      <dgm:prSet presAssocID="{779A853B-DCAF-4B16-950D-B15FB19BE18E}" presName="node" presStyleLbl="node1" presStyleIdx="2" presStyleCnt="7">
        <dgm:presLayoutVars>
          <dgm:bulletEnabled val="1"/>
        </dgm:presLayoutVars>
      </dgm:prSet>
      <dgm:spPr/>
    </dgm:pt>
    <dgm:pt modelId="{6B1E3956-2677-4A8F-B8DB-5D5241EE1043}" type="pres">
      <dgm:prSet presAssocID="{D1CC7A15-82C9-4A9B-862B-EF944F2094C1}" presName="sibTrans" presStyleLbl="sibTrans2D1" presStyleIdx="2" presStyleCnt="6"/>
      <dgm:spPr/>
    </dgm:pt>
    <dgm:pt modelId="{46179BE0-111E-49CC-98F8-49C1A58EBEC4}" type="pres">
      <dgm:prSet presAssocID="{D1CC7A15-82C9-4A9B-862B-EF944F2094C1}" presName="connectorText" presStyleLbl="sibTrans2D1" presStyleIdx="2" presStyleCnt="6"/>
      <dgm:spPr/>
    </dgm:pt>
    <dgm:pt modelId="{77C77839-1D9A-4061-9732-A8BDAA0C24B1}" type="pres">
      <dgm:prSet presAssocID="{8EAF455F-B409-4361-BA4C-92CD7E068234}" presName="node" presStyleLbl="node1" presStyleIdx="3" presStyleCnt="7">
        <dgm:presLayoutVars>
          <dgm:bulletEnabled val="1"/>
        </dgm:presLayoutVars>
      </dgm:prSet>
      <dgm:spPr/>
    </dgm:pt>
    <dgm:pt modelId="{B9C7BDFE-4893-4186-BFD9-E6EEBF2BBCA5}" type="pres">
      <dgm:prSet presAssocID="{3AD8E657-2ACD-471A-B314-DFA0644AD873}" presName="sibTrans" presStyleLbl="sibTrans2D1" presStyleIdx="3" presStyleCnt="6"/>
      <dgm:spPr/>
    </dgm:pt>
    <dgm:pt modelId="{E92178AD-14E0-424B-AAA7-C2F46A4A5DA8}" type="pres">
      <dgm:prSet presAssocID="{3AD8E657-2ACD-471A-B314-DFA0644AD873}" presName="connectorText" presStyleLbl="sibTrans2D1" presStyleIdx="3" presStyleCnt="6"/>
      <dgm:spPr/>
    </dgm:pt>
    <dgm:pt modelId="{6E439992-54B6-4F3F-8D5C-01214B927952}" type="pres">
      <dgm:prSet presAssocID="{B769D79F-D1F2-4A44-B2A8-1E27B29F9ABC}" presName="node" presStyleLbl="node1" presStyleIdx="4" presStyleCnt="7">
        <dgm:presLayoutVars>
          <dgm:bulletEnabled val="1"/>
        </dgm:presLayoutVars>
      </dgm:prSet>
      <dgm:spPr/>
    </dgm:pt>
    <dgm:pt modelId="{33818E6F-C15E-4189-BA9D-A03913DA2EBE}" type="pres">
      <dgm:prSet presAssocID="{C71DCAA9-7A71-4B04-926E-A8FBB7328E00}" presName="sibTrans" presStyleLbl="sibTrans2D1" presStyleIdx="4" presStyleCnt="6"/>
      <dgm:spPr/>
    </dgm:pt>
    <dgm:pt modelId="{CADB65C1-DDE8-4C13-9D8D-EF679F5E9FA2}" type="pres">
      <dgm:prSet presAssocID="{C71DCAA9-7A71-4B04-926E-A8FBB7328E00}" presName="connectorText" presStyleLbl="sibTrans2D1" presStyleIdx="4" presStyleCnt="6"/>
      <dgm:spPr/>
    </dgm:pt>
    <dgm:pt modelId="{A84E756E-9D69-40F2-AA54-015F57C9FF89}" type="pres">
      <dgm:prSet presAssocID="{2CA3975C-D738-43FB-930F-10E21085D26D}" presName="node" presStyleLbl="node1" presStyleIdx="5" presStyleCnt="7">
        <dgm:presLayoutVars>
          <dgm:bulletEnabled val="1"/>
        </dgm:presLayoutVars>
      </dgm:prSet>
      <dgm:spPr/>
    </dgm:pt>
    <dgm:pt modelId="{D5B66660-E428-4030-8305-8ECB10E437B0}" type="pres">
      <dgm:prSet presAssocID="{C062A06B-3D93-42A9-A685-F9037BBF10E8}" presName="sibTrans" presStyleLbl="sibTrans2D1" presStyleIdx="5" presStyleCnt="6"/>
      <dgm:spPr/>
    </dgm:pt>
    <dgm:pt modelId="{800A4D66-E94A-4E02-96A5-833DA70F9B26}" type="pres">
      <dgm:prSet presAssocID="{C062A06B-3D93-42A9-A685-F9037BBF10E8}" presName="connectorText" presStyleLbl="sibTrans2D1" presStyleIdx="5" presStyleCnt="6"/>
      <dgm:spPr/>
    </dgm:pt>
    <dgm:pt modelId="{7245621A-0A4B-46FF-B610-F91E2C651F62}" type="pres">
      <dgm:prSet presAssocID="{D3EE8A9E-6F21-4729-8A3D-8F19560CCC5A}" presName="node" presStyleLbl="node1" presStyleIdx="6" presStyleCnt="7">
        <dgm:presLayoutVars>
          <dgm:bulletEnabled val="1"/>
        </dgm:presLayoutVars>
      </dgm:prSet>
      <dgm:spPr/>
    </dgm:pt>
  </dgm:ptLst>
  <dgm:cxnLst>
    <dgm:cxn modelId="{6B06DA13-610E-46B1-A851-A84C93BD9A63}" srcId="{A772D890-968D-4BAD-B2E6-2AABB3E89F19}" destId="{1DF47BB8-1519-4409-ABFD-22548729F18F}" srcOrd="0" destOrd="0" parTransId="{96D85B9F-FF78-417A-B1AA-B31BE0ED127C}" sibTransId="{4D4331F7-3DC1-4D9C-BEBA-0537D90DB9F2}"/>
    <dgm:cxn modelId="{C28D1B14-6BA3-4CD8-A0FD-46B697A742CE}" type="presOf" srcId="{B769D79F-D1F2-4A44-B2A8-1E27B29F9ABC}" destId="{6E439992-54B6-4F3F-8D5C-01214B927952}" srcOrd="0" destOrd="0" presId="urn:microsoft.com/office/officeart/2005/8/layout/process2"/>
    <dgm:cxn modelId="{0C725A18-27E8-4101-BA19-3F93B8138F52}" srcId="{A772D890-968D-4BAD-B2E6-2AABB3E89F19}" destId="{8EAF455F-B409-4361-BA4C-92CD7E068234}" srcOrd="3" destOrd="0" parTransId="{25D3F703-BAE0-4849-88DF-9ED8C328ED30}" sibTransId="{3AD8E657-2ACD-471A-B314-DFA0644AD873}"/>
    <dgm:cxn modelId="{0712DB1A-CC96-482D-ADE2-4860E2F655EE}" type="presOf" srcId="{2CA3975C-D738-43FB-930F-10E21085D26D}" destId="{A84E756E-9D69-40F2-AA54-015F57C9FF89}" srcOrd="0" destOrd="0" presId="urn:microsoft.com/office/officeart/2005/8/layout/process2"/>
    <dgm:cxn modelId="{D9B49A22-F88A-4C96-94D9-F309F94C3601}" type="presOf" srcId="{A86F06B5-EA6D-4A11-AAEF-C2B3F217AA09}" destId="{60DF927B-0CEA-4D49-BA9C-F2E302B7428D}" srcOrd="1" destOrd="0" presId="urn:microsoft.com/office/officeart/2005/8/layout/process2"/>
    <dgm:cxn modelId="{AF126F23-8F8C-4DF8-A984-D27FCE48D9F6}" type="presOf" srcId="{D3EE8A9E-6F21-4729-8A3D-8F19560CCC5A}" destId="{7245621A-0A4B-46FF-B610-F91E2C651F62}" srcOrd="0" destOrd="0" presId="urn:microsoft.com/office/officeart/2005/8/layout/process2"/>
    <dgm:cxn modelId="{22A7A35B-31C0-4656-B0A7-5963C7051028}" srcId="{A772D890-968D-4BAD-B2E6-2AABB3E89F19}" destId="{779A853B-DCAF-4B16-950D-B15FB19BE18E}" srcOrd="2" destOrd="0" parTransId="{0B7A3C46-7450-432D-9A69-5CE009B9CC52}" sibTransId="{D1CC7A15-82C9-4A9B-862B-EF944F2094C1}"/>
    <dgm:cxn modelId="{5A30CD63-2414-4078-8756-CB1725CBBDA1}" type="presOf" srcId="{779A853B-DCAF-4B16-950D-B15FB19BE18E}" destId="{151B3865-0E1C-47C3-96FA-FF707B28F0EC}" srcOrd="0" destOrd="0" presId="urn:microsoft.com/office/officeart/2005/8/layout/process2"/>
    <dgm:cxn modelId="{349DEB65-F397-4E54-B82A-75CC3BF964D8}" type="presOf" srcId="{D1CC7A15-82C9-4A9B-862B-EF944F2094C1}" destId="{6B1E3956-2677-4A8F-B8DB-5D5241EE1043}" srcOrd="0" destOrd="0" presId="urn:microsoft.com/office/officeart/2005/8/layout/process2"/>
    <dgm:cxn modelId="{7E8BC84B-A164-447F-A991-AA031A30713D}" type="presOf" srcId="{C062A06B-3D93-42A9-A685-F9037BBF10E8}" destId="{800A4D66-E94A-4E02-96A5-833DA70F9B26}" srcOrd="1" destOrd="0" presId="urn:microsoft.com/office/officeart/2005/8/layout/process2"/>
    <dgm:cxn modelId="{6EEF0377-19FA-4194-99CE-24C54A423A25}" srcId="{A772D890-968D-4BAD-B2E6-2AABB3E89F19}" destId="{2CA3975C-D738-43FB-930F-10E21085D26D}" srcOrd="5" destOrd="0" parTransId="{4DCDA65F-1BD9-4075-B98F-1D42DFC84721}" sibTransId="{C062A06B-3D93-42A9-A685-F9037BBF10E8}"/>
    <dgm:cxn modelId="{B999ED79-7186-4A24-BE95-965D266D9004}" type="presOf" srcId="{3AD8E657-2ACD-471A-B314-DFA0644AD873}" destId="{B9C7BDFE-4893-4186-BFD9-E6EEBF2BBCA5}" srcOrd="0" destOrd="0" presId="urn:microsoft.com/office/officeart/2005/8/layout/process2"/>
    <dgm:cxn modelId="{2E0F8F7E-A481-42DB-806D-986E22DDDFAD}" srcId="{A772D890-968D-4BAD-B2E6-2AABB3E89F19}" destId="{D3EE8A9E-6F21-4729-8A3D-8F19560CCC5A}" srcOrd="6" destOrd="0" parTransId="{68263741-C9D0-457F-90D1-6AC86171047A}" sibTransId="{8E8DED33-BA61-42A6-8EFC-35DF7C642336}"/>
    <dgm:cxn modelId="{9CE04F82-0017-4172-BA65-6788EB92CB40}" type="presOf" srcId="{8EAF455F-B409-4361-BA4C-92CD7E068234}" destId="{77C77839-1D9A-4061-9732-A8BDAA0C24B1}" srcOrd="0" destOrd="0" presId="urn:microsoft.com/office/officeart/2005/8/layout/process2"/>
    <dgm:cxn modelId="{76EC2A88-B02D-4305-A725-A54A3E73B8DB}" type="presOf" srcId="{4D4331F7-3DC1-4D9C-BEBA-0537D90DB9F2}" destId="{7CD8A3BD-5BA5-4552-A4F0-37FA79F5B36D}" srcOrd="1" destOrd="0" presId="urn:microsoft.com/office/officeart/2005/8/layout/process2"/>
    <dgm:cxn modelId="{946CF28C-8120-41F5-8A5E-8C71275B17D1}" type="presOf" srcId="{4D4331F7-3DC1-4D9C-BEBA-0537D90DB9F2}" destId="{738A6408-6790-40AF-8E0A-A63AAC000651}" srcOrd="0" destOrd="0" presId="urn:microsoft.com/office/officeart/2005/8/layout/process2"/>
    <dgm:cxn modelId="{5033CD8E-8242-4EF0-8BD8-CAF7C12AEDE7}" type="presOf" srcId="{C71DCAA9-7A71-4B04-926E-A8FBB7328E00}" destId="{33818E6F-C15E-4189-BA9D-A03913DA2EBE}" srcOrd="0" destOrd="0" presId="urn:microsoft.com/office/officeart/2005/8/layout/process2"/>
    <dgm:cxn modelId="{4470B192-EA6A-4A37-977C-B72D19EACC97}" srcId="{A772D890-968D-4BAD-B2E6-2AABB3E89F19}" destId="{F1053C82-E03F-4404-869C-F345D7FADB42}" srcOrd="1" destOrd="0" parTransId="{4BEED9F8-C6BB-42EE-B4A9-30EF5866CF79}" sibTransId="{A86F06B5-EA6D-4A11-AAEF-C2B3F217AA09}"/>
    <dgm:cxn modelId="{2A96C2A1-E3E4-419D-9CD5-F8F0586CD79F}" type="presOf" srcId="{F1053C82-E03F-4404-869C-F345D7FADB42}" destId="{A4276CAD-2556-4F23-9CE3-A00D783A6AE2}" srcOrd="0" destOrd="0" presId="urn:microsoft.com/office/officeart/2005/8/layout/process2"/>
    <dgm:cxn modelId="{1E5FF1A1-FE27-491B-81CF-42E69FFBEE78}" type="presOf" srcId="{3AD8E657-2ACD-471A-B314-DFA0644AD873}" destId="{E92178AD-14E0-424B-AAA7-C2F46A4A5DA8}" srcOrd="1" destOrd="0" presId="urn:microsoft.com/office/officeart/2005/8/layout/process2"/>
    <dgm:cxn modelId="{171EA2A5-B0DA-47CA-B519-5B62C160894E}" type="presOf" srcId="{A772D890-968D-4BAD-B2E6-2AABB3E89F19}" destId="{08858F5A-F739-4F40-A77D-40DC2498E461}" srcOrd="0" destOrd="0" presId="urn:microsoft.com/office/officeart/2005/8/layout/process2"/>
    <dgm:cxn modelId="{BC0135AF-AE06-4633-8B1A-A846D2EC39B6}" type="presOf" srcId="{C062A06B-3D93-42A9-A685-F9037BBF10E8}" destId="{D5B66660-E428-4030-8305-8ECB10E437B0}" srcOrd="0" destOrd="0" presId="urn:microsoft.com/office/officeart/2005/8/layout/process2"/>
    <dgm:cxn modelId="{23B687CC-0DF8-4C95-BFB3-38CE9E69BDBE}" type="presOf" srcId="{1DF47BB8-1519-4409-ABFD-22548729F18F}" destId="{4EA9A56E-3EB4-42D4-9D72-321B6D0E05A0}" srcOrd="0" destOrd="0" presId="urn:microsoft.com/office/officeart/2005/8/layout/process2"/>
    <dgm:cxn modelId="{B2EC9ECF-A2FF-4BC4-8FBD-E0A7999C6226}" type="presOf" srcId="{A86F06B5-EA6D-4A11-AAEF-C2B3F217AA09}" destId="{58C4B420-6D77-4FD1-8B6C-2EE552C82F55}" srcOrd="0" destOrd="0" presId="urn:microsoft.com/office/officeart/2005/8/layout/process2"/>
    <dgm:cxn modelId="{6E53ADD5-4D33-4446-86CB-043F3A955F80}" srcId="{A772D890-968D-4BAD-B2E6-2AABB3E89F19}" destId="{B769D79F-D1F2-4A44-B2A8-1E27B29F9ABC}" srcOrd="4" destOrd="0" parTransId="{F22DDD33-43CC-48D1-B8CF-DA1B255F016F}" sibTransId="{C71DCAA9-7A71-4B04-926E-A8FBB7328E00}"/>
    <dgm:cxn modelId="{DE81E5D8-0B13-478E-A22F-E7ECC62909E4}" type="presOf" srcId="{C71DCAA9-7A71-4B04-926E-A8FBB7328E00}" destId="{CADB65C1-DDE8-4C13-9D8D-EF679F5E9FA2}" srcOrd="1" destOrd="0" presId="urn:microsoft.com/office/officeart/2005/8/layout/process2"/>
    <dgm:cxn modelId="{421089DE-A9C0-47DD-88DA-C47E4FCF5A77}" type="presOf" srcId="{D1CC7A15-82C9-4A9B-862B-EF944F2094C1}" destId="{46179BE0-111E-49CC-98F8-49C1A58EBEC4}" srcOrd="1" destOrd="0" presId="urn:microsoft.com/office/officeart/2005/8/layout/process2"/>
    <dgm:cxn modelId="{BF055AD0-CB64-4593-AD4A-2C7398692DFD}" type="presParOf" srcId="{08858F5A-F739-4F40-A77D-40DC2498E461}" destId="{4EA9A56E-3EB4-42D4-9D72-321B6D0E05A0}" srcOrd="0" destOrd="0" presId="urn:microsoft.com/office/officeart/2005/8/layout/process2"/>
    <dgm:cxn modelId="{D69A2E14-2B5E-44BE-A8F9-61E2ECB49583}" type="presParOf" srcId="{08858F5A-F739-4F40-A77D-40DC2498E461}" destId="{738A6408-6790-40AF-8E0A-A63AAC000651}" srcOrd="1" destOrd="0" presId="urn:microsoft.com/office/officeart/2005/8/layout/process2"/>
    <dgm:cxn modelId="{2AF6386C-4C42-46FF-877A-7A14FD5D2ACA}" type="presParOf" srcId="{738A6408-6790-40AF-8E0A-A63AAC000651}" destId="{7CD8A3BD-5BA5-4552-A4F0-37FA79F5B36D}" srcOrd="0" destOrd="0" presId="urn:microsoft.com/office/officeart/2005/8/layout/process2"/>
    <dgm:cxn modelId="{86B02FA2-A8E1-4184-90FE-56F87BF1F4B1}" type="presParOf" srcId="{08858F5A-F739-4F40-A77D-40DC2498E461}" destId="{A4276CAD-2556-4F23-9CE3-A00D783A6AE2}" srcOrd="2" destOrd="0" presId="urn:microsoft.com/office/officeart/2005/8/layout/process2"/>
    <dgm:cxn modelId="{E7DFC5BF-FDB3-44A4-A80D-4A3F5C22F777}" type="presParOf" srcId="{08858F5A-F739-4F40-A77D-40DC2498E461}" destId="{58C4B420-6D77-4FD1-8B6C-2EE552C82F55}" srcOrd="3" destOrd="0" presId="urn:microsoft.com/office/officeart/2005/8/layout/process2"/>
    <dgm:cxn modelId="{0E260A83-FCB1-4EDB-9518-45161F2B3CD2}" type="presParOf" srcId="{58C4B420-6D77-4FD1-8B6C-2EE552C82F55}" destId="{60DF927B-0CEA-4D49-BA9C-F2E302B7428D}" srcOrd="0" destOrd="0" presId="urn:microsoft.com/office/officeart/2005/8/layout/process2"/>
    <dgm:cxn modelId="{F1E314AB-392A-4F4F-BC3F-9922CFA3CDF6}" type="presParOf" srcId="{08858F5A-F739-4F40-A77D-40DC2498E461}" destId="{151B3865-0E1C-47C3-96FA-FF707B28F0EC}" srcOrd="4" destOrd="0" presId="urn:microsoft.com/office/officeart/2005/8/layout/process2"/>
    <dgm:cxn modelId="{7839292F-5FCE-4529-B1EF-349B4292E56E}" type="presParOf" srcId="{08858F5A-F739-4F40-A77D-40DC2498E461}" destId="{6B1E3956-2677-4A8F-B8DB-5D5241EE1043}" srcOrd="5" destOrd="0" presId="urn:microsoft.com/office/officeart/2005/8/layout/process2"/>
    <dgm:cxn modelId="{57A23B66-3809-41FB-A14E-AE97F4C74F16}" type="presParOf" srcId="{6B1E3956-2677-4A8F-B8DB-5D5241EE1043}" destId="{46179BE0-111E-49CC-98F8-49C1A58EBEC4}" srcOrd="0" destOrd="0" presId="urn:microsoft.com/office/officeart/2005/8/layout/process2"/>
    <dgm:cxn modelId="{B88EB014-57C1-49FB-A8BD-B7C8689D3B22}" type="presParOf" srcId="{08858F5A-F739-4F40-A77D-40DC2498E461}" destId="{77C77839-1D9A-4061-9732-A8BDAA0C24B1}" srcOrd="6" destOrd="0" presId="urn:microsoft.com/office/officeart/2005/8/layout/process2"/>
    <dgm:cxn modelId="{14D82B3F-8684-4D1F-AD6C-B7B638D5358E}" type="presParOf" srcId="{08858F5A-F739-4F40-A77D-40DC2498E461}" destId="{B9C7BDFE-4893-4186-BFD9-E6EEBF2BBCA5}" srcOrd="7" destOrd="0" presId="urn:microsoft.com/office/officeart/2005/8/layout/process2"/>
    <dgm:cxn modelId="{52E2A80A-7476-4723-9BB3-50C13047EA04}" type="presParOf" srcId="{B9C7BDFE-4893-4186-BFD9-E6EEBF2BBCA5}" destId="{E92178AD-14E0-424B-AAA7-C2F46A4A5DA8}" srcOrd="0" destOrd="0" presId="urn:microsoft.com/office/officeart/2005/8/layout/process2"/>
    <dgm:cxn modelId="{D76BC526-FF19-4FDF-8C98-311A5C14BAC3}" type="presParOf" srcId="{08858F5A-F739-4F40-A77D-40DC2498E461}" destId="{6E439992-54B6-4F3F-8D5C-01214B927952}" srcOrd="8" destOrd="0" presId="urn:microsoft.com/office/officeart/2005/8/layout/process2"/>
    <dgm:cxn modelId="{B80EDF2A-A575-4FB5-9531-CFD0682FB965}" type="presParOf" srcId="{08858F5A-F739-4F40-A77D-40DC2498E461}" destId="{33818E6F-C15E-4189-BA9D-A03913DA2EBE}" srcOrd="9" destOrd="0" presId="urn:microsoft.com/office/officeart/2005/8/layout/process2"/>
    <dgm:cxn modelId="{484B5E1B-7B02-4EDF-8055-45CB4B493A92}" type="presParOf" srcId="{33818E6F-C15E-4189-BA9D-A03913DA2EBE}" destId="{CADB65C1-DDE8-4C13-9D8D-EF679F5E9FA2}" srcOrd="0" destOrd="0" presId="urn:microsoft.com/office/officeart/2005/8/layout/process2"/>
    <dgm:cxn modelId="{2FDE8745-AE37-45DD-8FFE-5DAEB8E303BC}" type="presParOf" srcId="{08858F5A-F739-4F40-A77D-40DC2498E461}" destId="{A84E756E-9D69-40F2-AA54-015F57C9FF89}" srcOrd="10" destOrd="0" presId="urn:microsoft.com/office/officeart/2005/8/layout/process2"/>
    <dgm:cxn modelId="{5C8C593A-4731-4CBF-BABA-38EFFB6DC1AD}" type="presParOf" srcId="{08858F5A-F739-4F40-A77D-40DC2498E461}" destId="{D5B66660-E428-4030-8305-8ECB10E437B0}" srcOrd="11" destOrd="0" presId="urn:microsoft.com/office/officeart/2005/8/layout/process2"/>
    <dgm:cxn modelId="{A4F81C50-1157-40C2-81D0-DDE873FD3742}" type="presParOf" srcId="{D5B66660-E428-4030-8305-8ECB10E437B0}" destId="{800A4D66-E94A-4E02-96A5-833DA70F9B26}" srcOrd="0" destOrd="0" presId="urn:microsoft.com/office/officeart/2005/8/layout/process2"/>
    <dgm:cxn modelId="{8FA2E003-2944-4239-A838-CE0AAE1BE5C9}" type="presParOf" srcId="{08858F5A-F739-4F40-A77D-40DC2498E461}" destId="{7245621A-0A4B-46FF-B610-F91E2C651F62}" srcOrd="12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055BEB2-68BC-4911-AD69-4289A1687E56}" type="doc">
      <dgm:prSet loTypeId="urn:microsoft.com/office/officeart/2005/8/layout/process2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D13722D0-1B14-4BB8-85D9-B89B37CAB0C5}">
      <dgm:prSet phldrT="[Text]" phldr="0"/>
      <dgm:spPr/>
      <dgm:t>
        <a:bodyPr/>
        <a:lstStyle/>
        <a:p>
          <a:r>
            <a:rPr lang="en-US" dirty="0"/>
            <a:t>Property</a:t>
          </a:r>
          <a:endParaRPr lang="en-IN" dirty="0"/>
        </a:p>
      </dgm:t>
    </dgm:pt>
    <dgm:pt modelId="{D5967CBD-8754-4975-B6F0-02F2B02FB257}" type="parTrans" cxnId="{370FD1EE-0786-4B66-9E30-A1436CC82F75}">
      <dgm:prSet/>
      <dgm:spPr/>
      <dgm:t>
        <a:bodyPr/>
        <a:lstStyle/>
        <a:p>
          <a:endParaRPr lang="en-IN"/>
        </a:p>
      </dgm:t>
    </dgm:pt>
    <dgm:pt modelId="{A61A3DF8-CDC2-4584-B4FC-2B6702EBCFE8}" type="sibTrans" cxnId="{370FD1EE-0786-4B66-9E30-A1436CC82F75}">
      <dgm:prSet/>
      <dgm:spPr/>
      <dgm:t>
        <a:bodyPr/>
        <a:lstStyle/>
        <a:p>
          <a:endParaRPr lang="en-IN"/>
        </a:p>
      </dgm:t>
    </dgm:pt>
    <dgm:pt modelId="{272F9BF5-E293-40DA-B9DB-BF0C23F6BCC4}">
      <dgm:prSet phldrT="[Text]" phldr="0"/>
      <dgm:spPr/>
      <dgm:t>
        <a:bodyPr/>
        <a:lstStyle/>
        <a:p>
          <a:r>
            <a:rPr lang="en-US" dirty="0"/>
            <a:t>Eco Score</a:t>
          </a:r>
          <a:endParaRPr lang="en-IN" dirty="0"/>
        </a:p>
      </dgm:t>
    </dgm:pt>
    <dgm:pt modelId="{D9DC4D44-D94B-444B-9030-A01FD9229E23}" type="parTrans" cxnId="{588159B4-947C-4F74-92DE-D1EFC90517A4}">
      <dgm:prSet/>
      <dgm:spPr/>
      <dgm:t>
        <a:bodyPr/>
        <a:lstStyle/>
        <a:p>
          <a:endParaRPr lang="en-IN"/>
        </a:p>
      </dgm:t>
    </dgm:pt>
    <dgm:pt modelId="{B51B4AAF-D74B-4FAB-891D-306B564D23DB}" type="sibTrans" cxnId="{588159B4-947C-4F74-92DE-D1EFC90517A4}">
      <dgm:prSet/>
      <dgm:spPr/>
      <dgm:t>
        <a:bodyPr/>
        <a:lstStyle/>
        <a:p>
          <a:endParaRPr lang="en-IN"/>
        </a:p>
      </dgm:t>
    </dgm:pt>
    <dgm:pt modelId="{7F6F9EE3-AF1D-43C3-9163-1A537BEF3600}">
      <dgm:prSet phldrT="[Text]" phldr="0"/>
      <dgm:spPr/>
      <dgm:t>
        <a:bodyPr/>
        <a:lstStyle/>
        <a:p>
          <a:r>
            <a:rPr lang="en-US" dirty="0"/>
            <a:t>Popup</a:t>
          </a:r>
          <a:endParaRPr lang="en-IN" dirty="0"/>
        </a:p>
      </dgm:t>
    </dgm:pt>
    <dgm:pt modelId="{453E33CF-70A2-4D96-8B9F-B698DD6EB5A1}" type="parTrans" cxnId="{9B4C0414-8FC3-4C53-961E-F69C22F7A3E9}">
      <dgm:prSet/>
      <dgm:spPr/>
      <dgm:t>
        <a:bodyPr/>
        <a:lstStyle/>
        <a:p>
          <a:endParaRPr lang="en-IN"/>
        </a:p>
      </dgm:t>
    </dgm:pt>
    <dgm:pt modelId="{0F2CDE65-FBE7-46EE-BFDD-BEE6A5A81690}" type="sibTrans" cxnId="{9B4C0414-8FC3-4C53-961E-F69C22F7A3E9}">
      <dgm:prSet/>
      <dgm:spPr/>
      <dgm:t>
        <a:bodyPr/>
        <a:lstStyle/>
        <a:p>
          <a:endParaRPr lang="en-IN"/>
        </a:p>
      </dgm:t>
    </dgm:pt>
    <dgm:pt modelId="{FEF9D600-512B-4295-A021-0FC6EB60A569}">
      <dgm:prSet phldrT="[Text]" phldr="0"/>
      <dgm:spPr/>
      <dgm:t>
        <a:bodyPr/>
        <a:lstStyle/>
        <a:p>
          <a:r>
            <a:rPr lang="en-US"/>
            <a:t>Carbon Level</a:t>
          </a:r>
          <a:endParaRPr lang="en-IN" dirty="0"/>
        </a:p>
      </dgm:t>
    </dgm:pt>
    <dgm:pt modelId="{7347C960-71D8-41BA-A2E9-167FB10E0D16}" type="parTrans" cxnId="{960E4411-963E-4F57-BA98-118FC8AC684D}">
      <dgm:prSet/>
      <dgm:spPr/>
      <dgm:t>
        <a:bodyPr/>
        <a:lstStyle/>
        <a:p>
          <a:endParaRPr lang="en-IN"/>
        </a:p>
      </dgm:t>
    </dgm:pt>
    <dgm:pt modelId="{8BE83119-6CEF-4E74-B702-A7AF8423EE28}" type="sibTrans" cxnId="{960E4411-963E-4F57-BA98-118FC8AC684D}">
      <dgm:prSet/>
      <dgm:spPr/>
      <dgm:t>
        <a:bodyPr/>
        <a:lstStyle/>
        <a:p>
          <a:endParaRPr lang="en-IN"/>
        </a:p>
      </dgm:t>
    </dgm:pt>
    <dgm:pt modelId="{51DAE333-A998-4093-B9D3-67B8A352E753}">
      <dgm:prSet phldrT="[Text]" phldr="0"/>
      <dgm:spPr/>
      <dgm:t>
        <a:bodyPr/>
        <a:lstStyle/>
        <a:p>
          <a:r>
            <a:rPr lang="en-US" dirty="0"/>
            <a:t>CO</a:t>
          </a:r>
          <a:r>
            <a:rPr lang="en-US" baseline="-25000" dirty="0"/>
            <a:t>2</a:t>
          </a:r>
          <a:r>
            <a:rPr lang="en-US" dirty="0"/>
            <a:t>/Night</a:t>
          </a:r>
          <a:endParaRPr lang="en-IN" dirty="0"/>
        </a:p>
      </dgm:t>
    </dgm:pt>
    <dgm:pt modelId="{4FE76B13-3CF7-48F6-A8E9-EB4F6BDD531A}" type="parTrans" cxnId="{6BD7A0F7-9307-4346-8857-E2FE618CDC6C}">
      <dgm:prSet/>
      <dgm:spPr/>
      <dgm:t>
        <a:bodyPr/>
        <a:lstStyle/>
        <a:p>
          <a:endParaRPr lang="en-IN"/>
        </a:p>
      </dgm:t>
    </dgm:pt>
    <dgm:pt modelId="{75874B61-0845-4C9F-8577-64589789FD96}" type="sibTrans" cxnId="{6BD7A0F7-9307-4346-8857-E2FE618CDC6C}">
      <dgm:prSet/>
      <dgm:spPr/>
      <dgm:t>
        <a:bodyPr/>
        <a:lstStyle/>
        <a:p>
          <a:endParaRPr lang="en-IN"/>
        </a:p>
      </dgm:t>
    </dgm:pt>
    <dgm:pt modelId="{82F531E2-4C74-4155-B5E0-2A092E5C88AB}">
      <dgm:prSet phldrT="[Text]" phldr="0"/>
      <dgm:spPr/>
      <dgm:t>
        <a:bodyPr/>
        <a:lstStyle/>
        <a:p>
          <a:r>
            <a:rPr lang="en-US"/>
            <a:t>Eco Features</a:t>
          </a:r>
          <a:endParaRPr lang="en-IN" dirty="0"/>
        </a:p>
      </dgm:t>
    </dgm:pt>
    <dgm:pt modelId="{879C1730-F88C-4D4E-A094-0424347B6654}" type="parTrans" cxnId="{197C04C7-1821-4F96-A741-5A85BFE2659F}">
      <dgm:prSet/>
      <dgm:spPr/>
      <dgm:t>
        <a:bodyPr/>
        <a:lstStyle/>
        <a:p>
          <a:endParaRPr lang="en-IN"/>
        </a:p>
      </dgm:t>
    </dgm:pt>
    <dgm:pt modelId="{144CC2F3-4BDA-4BD8-A0D8-5BFF0A871911}" type="sibTrans" cxnId="{197C04C7-1821-4F96-A741-5A85BFE2659F}">
      <dgm:prSet/>
      <dgm:spPr/>
      <dgm:t>
        <a:bodyPr/>
        <a:lstStyle/>
        <a:p>
          <a:endParaRPr lang="en-IN"/>
        </a:p>
      </dgm:t>
    </dgm:pt>
    <dgm:pt modelId="{0840427A-840B-4AC2-9EA8-B0AF80684E18}">
      <dgm:prSet phldrT="[Text]" phldr="0"/>
      <dgm:spPr/>
      <dgm:t>
        <a:bodyPr/>
        <a:lstStyle/>
        <a:p>
          <a:r>
            <a:rPr lang="en-US"/>
            <a:t>Tips</a:t>
          </a:r>
          <a:endParaRPr lang="en-IN" dirty="0"/>
        </a:p>
      </dgm:t>
    </dgm:pt>
    <dgm:pt modelId="{A4B2673F-DE9B-4A1D-A8B1-B3E5B35BECDA}" type="parTrans" cxnId="{3FB9DC64-B2F8-4E36-B2EC-59C9D04171B0}">
      <dgm:prSet/>
      <dgm:spPr/>
      <dgm:t>
        <a:bodyPr/>
        <a:lstStyle/>
        <a:p>
          <a:endParaRPr lang="en-IN"/>
        </a:p>
      </dgm:t>
    </dgm:pt>
    <dgm:pt modelId="{AD61A4FA-EF55-4D06-821C-BCD2A11DDA64}" type="sibTrans" cxnId="{3FB9DC64-B2F8-4E36-B2EC-59C9D04171B0}">
      <dgm:prSet/>
      <dgm:spPr/>
      <dgm:t>
        <a:bodyPr/>
        <a:lstStyle/>
        <a:p>
          <a:endParaRPr lang="en-IN"/>
        </a:p>
      </dgm:t>
    </dgm:pt>
    <dgm:pt modelId="{FD284B81-E604-47B7-8A7D-45FA21ED8E5C}" type="pres">
      <dgm:prSet presAssocID="{6055BEB2-68BC-4911-AD69-4289A1687E56}" presName="linearFlow" presStyleCnt="0">
        <dgm:presLayoutVars>
          <dgm:resizeHandles val="exact"/>
        </dgm:presLayoutVars>
      </dgm:prSet>
      <dgm:spPr/>
    </dgm:pt>
    <dgm:pt modelId="{47BFFA9B-8D97-4AA7-9ED1-A3C05C98532C}" type="pres">
      <dgm:prSet presAssocID="{D13722D0-1B14-4BB8-85D9-B89B37CAB0C5}" presName="node" presStyleLbl="node1" presStyleIdx="0" presStyleCnt="7">
        <dgm:presLayoutVars>
          <dgm:bulletEnabled val="1"/>
        </dgm:presLayoutVars>
      </dgm:prSet>
      <dgm:spPr/>
    </dgm:pt>
    <dgm:pt modelId="{F2918D7C-BEFA-4B59-B2CE-97190DF272A2}" type="pres">
      <dgm:prSet presAssocID="{A61A3DF8-CDC2-4584-B4FC-2B6702EBCFE8}" presName="sibTrans" presStyleLbl="sibTrans2D1" presStyleIdx="0" presStyleCnt="6"/>
      <dgm:spPr/>
    </dgm:pt>
    <dgm:pt modelId="{79C3B296-D7A2-49DF-A5E1-9E106FCFFFE5}" type="pres">
      <dgm:prSet presAssocID="{A61A3DF8-CDC2-4584-B4FC-2B6702EBCFE8}" presName="connectorText" presStyleLbl="sibTrans2D1" presStyleIdx="0" presStyleCnt="6"/>
      <dgm:spPr/>
    </dgm:pt>
    <dgm:pt modelId="{46DD091A-7238-45F2-835D-53FC8A3B3A2C}" type="pres">
      <dgm:prSet presAssocID="{272F9BF5-E293-40DA-B9DB-BF0C23F6BCC4}" presName="node" presStyleLbl="node1" presStyleIdx="1" presStyleCnt="7">
        <dgm:presLayoutVars>
          <dgm:bulletEnabled val="1"/>
        </dgm:presLayoutVars>
      </dgm:prSet>
      <dgm:spPr/>
    </dgm:pt>
    <dgm:pt modelId="{061C620F-896B-4959-BDEB-25318F64683E}" type="pres">
      <dgm:prSet presAssocID="{B51B4AAF-D74B-4FAB-891D-306B564D23DB}" presName="sibTrans" presStyleLbl="sibTrans2D1" presStyleIdx="1" presStyleCnt="6"/>
      <dgm:spPr/>
    </dgm:pt>
    <dgm:pt modelId="{8F2F0949-AE95-435A-AEE8-8C9C1C6022F6}" type="pres">
      <dgm:prSet presAssocID="{B51B4AAF-D74B-4FAB-891D-306B564D23DB}" presName="connectorText" presStyleLbl="sibTrans2D1" presStyleIdx="1" presStyleCnt="6"/>
      <dgm:spPr/>
    </dgm:pt>
    <dgm:pt modelId="{722B54C5-713F-47DC-B8D9-7234AC5CF853}" type="pres">
      <dgm:prSet presAssocID="{7F6F9EE3-AF1D-43C3-9163-1A537BEF3600}" presName="node" presStyleLbl="node1" presStyleIdx="2" presStyleCnt="7">
        <dgm:presLayoutVars>
          <dgm:bulletEnabled val="1"/>
        </dgm:presLayoutVars>
      </dgm:prSet>
      <dgm:spPr/>
    </dgm:pt>
    <dgm:pt modelId="{BCD8714C-03B4-4D7B-9CE9-B76A95B983C5}" type="pres">
      <dgm:prSet presAssocID="{0F2CDE65-FBE7-46EE-BFDD-BEE6A5A81690}" presName="sibTrans" presStyleLbl="sibTrans2D1" presStyleIdx="2" presStyleCnt="6"/>
      <dgm:spPr/>
    </dgm:pt>
    <dgm:pt modelId="{1CE69A66-8053-4B37-9A99-61AC0A060D1B}" type="pres">
      <dgm:prSet presAssocID="{0F2CDE65-FBE7-46EE-BFDD-BEE6A5A81690}" presName="connectorText" presStyleLbl="sibTrans2D1" presStyleIdx="2" presStyleCnt="6"/>
      <dgm:spPr/>
    </dgm:pt>
    <dgm:pt modelId="{6BE36542-AC44-45D8-8226-8EDCA5733D72}" type="pres">
      <dgm:prSet presAssocID="{FEF9D600-512B-4295-A021-0FC6EB60A569}" presName="node" presStyleLbl="node1" presStyleIdx="3" presStyleCnt="7">
        <dgm:presLayoutVars>
          <dgm:bulletEnabled val="1"/>
        </dgm:presLayoutVars>
      </dgm:prSet>
      <dgm:spPr/>
    </dgm:pt>
    <dgm:pt modelId="{53D6EE4C-84C6-44B7-A2EC-58770A5B5AF9}" type="pres">
      <dgm:prSet presAssocID="{8BE83119-6CEF-4E74-B702-A7AF8423EE28}" presName="sibTrans" presStyleLbl="sibTrans2D1" presStyleIdx="3" presStyleCnt="6"/>
      <dgm:spPr/>
    </dgm:pt>
    <dgm:pt modelId="{956E9E0C-AB3E-429B-99EF-FBE9474042A4}" type="pres">
      <dgm:prSet presAssocID="{8BE83119-6CEF-4E74-B702-A7AF8423EE28}" presName="connectorText" presStyleLbl="sibTrans2D1" presStyleIdx="3" presStyleCnt="6"/>
      <dgm:spPr/>
    </dgm:pt>
    <dgm:pt modelId="{56AE14A5-4DAA-420D-B11E-8C80180F7F30}" type="pres">
      <dgm:prSet presAssocID="{51DAE333-A998-4093-B9D3-67B8A352E753}" presName="node" presStyleLbl="node1" presStyleIdx="4" presStyleCnt="7">
        <dgm:presLayoutVars>
          <dgm:bulletEnabled val="1"/>
        </dgm:presLayoutVars>
      </dgm:prSet>
      <dgm:spPr/>
    </dgm:pt>
    <dgm:pt modelId="{3BC175CB-410B-4FE5-9189-123C7787C4BE}" type="pres">
      <dgm:prSet presAssocID="{75874B61-0845-4C9F-8577-64589789FD96}" presName="sibTrans" presStyleLbl="sibTrans2D1" presStyleIdx="4" presStyleCnt="6"/>
      <dgm:spPr/>
    </dgm:pt>
    <dgm:pt modelId="{23566B3C-784E-4FFB-AF50-46000BFC705A}" type="pres">
      <dgm:prSet presAssocID="{75874B61-0845-4C9F-8577-64589789FD96}" presName="connectorText" presStyleLbl="sibTrans2D1" presStyleIdx="4" presStyleCnt="6"/>
      <dgm:spPr/>
    </dgm:pt>
    <dgm:pt modelId="{8E75D92B-41C9-4233-A314-B15ABE36E1FA}" type="pres">
      <dgm:prSet presAssocID="{82F531E2-4C74-4155-B5E0-2A092E5C88AB}" presName="node" presStyleLbl="node1" presStyleIdx="5" presStyleCnt="7">
        <dgm:presLayoutVars>
          <dgm:bulletEnabled val="1"/>
        </dgm:presLayoutVars>
      </dgm:prSet>
      <dgm:spPr/>
    </dgm:pt>
    <dgm:pt modelId="{DEC4C45C-2BB4-4979-B03B-1730C77F2FBC}" type="pres">
      <dgm:prSet presAssocID="{144CC2F3-4BDA-4BD8-A0D8-5BFF0A871911}" presName="sibTrans" presStyleLbl="sibTrans2D1" presStyleIdx="5" presStyleCnt="6"/>
      <dgm:spPr/>
    </dgm:pt>
    <dgm:pt modelId="{2D5FE76D-A13D-485E-8ED7-29AD5E5A466A}" type="pres">
      <dgm:prSet presAssocID="{144CC2F3-4BDA-4BD8-A0D8-5BFF0A871911}" presName="connectorText" presStyleLbl="sibTrans2D1" presStyleIdx="5" presStyleCnt="6"/>
      <dgm:spPr/>
    </dgm:pt>
    <dgm:pt modelId="{190F1DC2-060E-4D6B-8AD7-E57D4911601A}" type="pres">
      <dgm:prSet presAssocID="{0840427A-840B-4AC2-9EA8-B0AF80684E18}" presName="node" presStyleLbl="node1" presStyleIdx="6" presStyleCnt="7">
        <dgm:presLayoutVars>
          <dgm:bulletEnabled val="1"/>
        </dgm:presLayoutVars>
      </dgm:prSet>
      <dgm:spPr/>
    </dgm:pt>
  </dgm:ptLst>
  <dgm:cxnLst>
    <dgm:cxn modelId="{48A2B607-F8D6-4904-B6B2-499D6EB0F881}" type="presOf" srcId="{144CC2F3-4BDA-4BD8-A0D8-5BFF0A871911}" destId="{2D5FE76D-A13D-485E-8ED7-29AD5E5A466A}" srcOrd="1" destOrd="0" presId="urn:microsoft.com/office/officeart/2005/8/layout/process2"/>
    <dgm:cxn modelId="{960E4411-963E-4F57-BA98-118FC8AC684D}" srcId="{6055BEB2-68BC-4911-AD69-4289A1687E56}" destId="{FEF9D600-512B-4295-A021-0FC6EB60A569}" srcOrd="3" destOrd="0" parTransId="{7347C960-71D8-41BA-A2E9-167FB10E0D16}" sibTransId="{8BE83119-6CEF-4E74-B702-A7AF8423EE28}"/>
    <dgm:cxn modelId="{9B4C0414-8FC3-4C53-961E-F69C22F7A3E9}" srcId="{6055BEB2-68BC-4911-AD69-4289A1687E56}" destId="{7F6F9EE3-AF1D-43C3-9163-1A537BEF3600}" srcOrd="2" destOrd="0" parTransId="{453E33CF-70A2-4D96-8B9F-B698DD6EB5A1}" sibTransId="{0F2CDE65-FBE7-46EE-BFDD-BEE6A5A81690}"/>
    <dgm:cxn modelId="{6904A714-6DCB-47FB-B5F6-BD29AC3A1B6D}" type="presOf" srcId="{0840427A-840B-4AC2-9EA8-B0AF80684E18}" destId="{190F1DC2-060E-4D6B-8AD7-E57D4911601A}" srcOrd="0" destOrd="0" presId="urn:microsoft.com/office/officeart/2005/8/layout/process2"/>
    <dgm:cxn modelId="{0D129524-0B78-4D61-A80B-A6AF8C2C0B67}" type="presOf" srcId="{51DAE333-A998-4093-B9D3-67B8A352E753}" destId="{56AE14A5-4DAA-420D-B11E-8C80180F7F30}" srcOrd="0" destOrd="0" presId="urn:microsoft.com/office/officeart/2005/8/layout/process2"/>
    <dgm:cxn modelId="{CFC2ED27-7084-404A-971E-5E7776749BB8}" type="presOf" srcId="{6055BEB2-68BC-4911-AD69-4289A1687E56}" destId="{FD284B81-E604-47B7-8A7D-45FA21ED8E5C}" srcOrd="0" destOrd="0" presId="urn:microsoft.com/office/officeart/2005/8/layout/process2"/>
    <dgm:cxn modelId="{868DB63C-B174-44D3-B3ED-A889B82B5F22}" type="presOf" srcId="{A61A3DF8-CDC2-4584-B4FC-2B6702EBCFE8}" destId="{F2918D7C-BEFA-4B59-B2CE-97190DF272A2}" srcOrd="0" destOrd="0" presId="urn:microsoft.com/office/officeart/2005/8/layout/process2"/>
    <dgm:cxn modelId="{80AA4862-E185-406B-84CF-E0582D891C81}" type="presOf" srcId="{8BE83119-6CEF-4E74-B702-A7AF8423EE28}" destId="{956E9E0C-AB3E-429B-99EF-FBE9474042A4}" srcOrd="1" destOrd="0" presId="urn:microsoft.com/office/officeart/2005/8/layout/process2"/>
    <dgm:cxn modelId="{3FB9DC64-B2F8-4E36-B2EC-59C9D04171B0}" srcId="{6055BEB2-68BC-4911-AD69-4289A1687E56}" destId="{0840427A-840B-4AC2-9EA8-B0AF80684E18}" srcOrd="6" destOrd="0" parTransId="{A4B2673F-DE9B-4A1D-A8B1-B3E5B35BECDA}" sibTransId="{AD61A4FA-EF55-4D06-821C-BCD2A11DDA64}"/>
    <dgm:cxn modelId="{9F1F976A-409C-4898-817A-F61E1F85FC86}" type="presOf" srcId="{B51B4AAF-D74B-4FAB-891D-306B564D23DB}" destId="{061C620F-896B-4959-BDEB-25318F64683E}" srcOrd="0" destOrd="0" presId="urn:microsoft.com/office/officeart/2005/8/layout/process2"/>
    <dgm:cxn modelId="{BA12294E-9C84-4BC1-A0D7-CD5ECE475316}" type="presOf" srcId="{D13722D0-1B14-4BB8-85D9-B89B37CAB0C5}" destId="{47BFFA9B-8D97-4AA7-9ED1-A3C05C98532C}" srcOrd="0" destOrd="0" presId="urn:microsoft.com/office/officeart/2005/8/layout/process2"/>
    <dgm:cxn modelId="{9633044F-E7D8-4557-AB2B-D5B3C747B1D8}" type="presOf" srcId="{75874B61-0845-4C9F-8577-64589789FD96}" destId="{23566B3C-784E-4FFB-AF50-46000BFC705A}" srcOrd="1" destOrd="0" presId="urn:microsoft.com/office/officeart/2005/8/layout/process2"/>
    <dgm:cxn modelId="{F1F05873-2619-490F-B4C3-E33DB8E941BB}" type="presOf" srcId="{0F2CDE65-FBE7-46EE-BFDD-BEE6A5A81690}" destId="{1CE69A66-8053-4B37-9A99-61AC0A060D1B}" srcOrd="1" destOrd="0" presId="urn:microsoft.com/office/officeart/2005/8/layout/process2"/>
    <dgm:cxn modelId="{0C06EE54-EB23-4D6B-AE91-766FDA2D67AB}" type="presOf" srcId="{B51B4AAF-D74B-4FAB-891D-306B564D23DB}" destId="{8F2F0949-AE95-435A-AEE8-8C9C1C6022F6}" srcOrd="1" destOrd="0" presId="urn:microsoft.com/office/officeart/2005/8/layout/process2"/>
    <dgm:cxn modelId="{D0BFF354-9241-490C-9B71-965EC0A5341C}" type="presOf" srcId="{144CC2F3-4BDA-4BD8-A0D8-5BFF0A871911}" destId="{DEC4C45C-2BB4-4979-B03B-1730C77F2FBC}" srcOrd="0" destOrd="0" presId="urn:microsoft.com/office/officeart/2005/8/layout/process2"/>
    <dgm:cxn modelId="{D0CB4981-08C3-4311-BD28-5FD7BF0B3B90}" type="presOf" srcId="{75874B61-0845-4C9F-8577-64589789FD96}" destId="{3BC175CB-410B-4FE5-9189-123C7787C4BE}" srcOrd="0" destOrd="0" presId="urn:microsoft.com/office/officeart/2005/8/layout/process2"/>
    <dgm:cxn modelId="{58961586-78C5-47D9-BE9B-C5817057FA8B}" type="presOf" srcId="{0F2CDE65-FBE7-46EE-BFDD-BEE6A5A81690}" destId="{BCD8714C-03B4-4D7B-9CE9-B76A95B983C5}" srcOrd="0" destOrd="0" presId="urn:microsoft.com/office/officeart/2005/8/layout/process2"/>
    <dgm:cxn modelId="{DC0BCCAE-645C-4006-9C72-9024E7C428E2}" type="presOf" srcId="{272F9BF5-E293-40DA-B9DB-BF0C23F6BCC4}" destId="{46DD091A-7238-45F2-835D-53FC8A3B3A2C}" srcOrd="0" destOrd="0" presId="urn:microsoft.com/office/officeart/2005/8/layout/process2"/>
    <dgm:cxn modelId="{588159B4-947C-4F74-92DE-D1EFC90517A4}" srcId="{6055BEB2-68BC-4911-AD69-4289A1687E56}" destId="{272F9BF5-E293-40DA-B9DB-BF0C23F6BCC4}" srcOrd="1" destOrd="0" parTransId="{D9DC4D44-D94B-444B-9030-A01FD9229E23}" sibTransId="{B51B4AAF-D74B-4FAB-891D-306B564D23DB}"/>
    <dgm:cxn modelId="{BE6B7EC1-9ECA-43E7-9630-CCBF08FE97F0}" type="presOf" srcId="{FEF9D600-512B-4295-A021-0FC6EB60A569}" destId="{6BE36542-AC44-45D8-8226-8EDCA5733D72}" srcOrd="0" destOrd="0" presId="urn:microsoft.com/office/officeart/2005/8/layout/process2"/>
    <dgm:cxn modelId="{197C04C7-1821-4F96-A741-5A85BFE2659F}" srcId="{6055BEB2-68BC-4911-AD69-4289A1687E56}" destId="{82F531E2-4C74-4155-B5E0-2A092E5C88AB}" srcOrd="5" destOrd="0" parTransId="{879C1730-F88C-4D4E-A094-0424347B6654}" sibTransId="{144CC2F3-4BDA-4BD8-A0D8-5BFF0A871911}"/>
    <dgm:cxn modelId="{3F4139D0-1F4C-4E61-8190-5E04BEAE20D9}" type="presOf" srcId="{A61A3DF8-CDC2-4584-B4FC-2B6702EBCFE8}" destId="{79C3B296-D7A2-49DF-A5E1-9E106FCFFFE5}" srcOrd="1" destOrd="0" presId="urn:microsoft.com/office/officeart/2005/8/layout/process2"/>
    <dgm:cxn modelId="{5E52A9DB-8F12-4884-B26C-DC9B7B677085}" type="presOf" srcId="{7F6F9EE3-AF1D-43C3-9163-1A537BEF3600}" destId="{722B54C5-713F-47DC-B8D9-7234AC5CF853}" srcOrd="0" destOrd="0" presId="urn:microsoft.com/office/officeart/2005/8/layout/process2"/>
    <dgm:cxn modelId="{12F885DC-FCC5-4507-9A7E-6855BBEB0556}" type="presOf" srcId="{8BE83119-6CEF-4E74-B702-A7AF8423EE28}" destId="{53D6EE4C-84C6-44B7-A2EC-58770A5B5AF9}" srcOrd="0" destOrd="0" presId="urn:microsoft.com/office/officeart/2005/8/layout/process2"/>
    <dgm:cxn modelId="{370FD1EE-0786-4B66-9E30-A1436CC82F75}" srcId="{6055BEB2-68BC-4911-AD69-4289A1687E56}" destId="{D13722D0-1B14-4BB8-85D9-B89B37CAB0C5}" srcOrd="0" destOrd="0" parTransId="{D5967CBD-8754-4975-B6F0-02F2B02FB257}" sibTransId="{A61A3DF8-CDC2-4584-B4FC-2B6702EBCFE8}"/>
    <dgm:cxn modelId="{6BD7A0F7-9307-4346-8857-E2FE618CDC6C}" srcId="{6055BEB2-68BC-4911-AD69-4289A1687E56}" destId="{51DAE333-A998-4093-B9D3-67B8A352E753}" srcOrd="4" destOrd="0" parTransId="{4FE76B13-3CF7-48F6-A8E9-EB4F6BDD531A}" sibTransId="{75874B61-0845-4C9F-8577-64589789FD96}"/>
    <dgm:cxn modelId="{596A20FC-06CC-44C7-90E6-67CBFB050696}" type="presOf" srcId="{82F531E2-4C74-4155-B5E0-2A092E5C88AB}" destId="{8E75D92B-41C9-4233-A314-B15ABE36E1FA}" srcOrd="0" destOrd="0" presId="urn:microsoft.com/office/officeart/2005/8/layout/process2"/>
    <dgm:cxn modelId="{1264F5D6-38E5-4A01-989F-C89C3533884F}" type="presParOf" srcId="{FD284B81-E604-47B7-8A7D-45FA21ED8E5C}" destId="{47BFFA9B-8D97-4AA7-9ED1-A3C05C98532C}" srcOrd="0" destOrd="0" presId="urn:microsoft.com/office/officeart/2005/8/layout/process2"/>
    <dgm:cxn modelId="{36E0EC0F-86F6-4370-94DF-9E5B80814940}" type="presParOf" srcId="{FD284B81-E604-47B7-8A7D-45FA21ED8E5C}" destId="{F2918D7C-BEFA-4B59-B2CE-97190DF272A2}" srcOrd="1" destOrd="0" presId="urn:microsoft.com/office/officeart/2005/8/layout/process2"/>
    <dgm:cxn modelId="{B6A9EFA7-C494-4D86-91F6-80C8E27F24C6}" type="presParOf" srcId="{F2918D7C-BEFA-4B59-B2CE-97190DF272A2}" destId="{79C3B296-D7A2-49DF-A5E1-9E106FCFFFE5}" srcOrd="0" destOrd="0" presId="urn:microsoft.com/office/officeart/2005/8/layout/process2"/>
    <dgm:cxn modelId="{0A877F0D-8D42-40D9-97F1-822B943E73C3}" type="presParOf" srcId="{FD284B81-E604-47B7-8A7D-45FA21ED8E5C}" destId="{46DD091A-7238-45F2-835D-53FC8A3B3A2C}" srcOrd="2" destOrd="0" presId="urn:microsoft.com/office/officeart/2005/8/layout/process2"/>
    <dgm:cxn modelId="{24729375-D111-4669-A72B-850BEA34037B}" type="presParOf" srcId="{FD284B81-E604-47B7-8A7D-45FA21ED8E5C}" destId="{061C620F-896B-4959-BDEB-25318F64683E}" srcOrd="3" destOrd="0" presId="urn:microsoft.com/office/officeart/2005/8/layout/process2"/>
    <dgm:cxn modelId="{ECEFBA7F-77BC-482B-AA70-86319D3F2DC2}" type="presParOf" srcId="{061C620F-896B-4959-BDEB-25318F64683E}" destId="{8F2F0949-AE95-435A-AEE8-8C9C1C6022F6}" srcOrd="0" destOrd="0" presId="urn:microsoft.com/office/officeart/2005/8/layout/process2"/>
    <dgm:cxn modelId="{4EF84B0E-175C-409A-A149-C55975E39899}" type="presParOf" srcId="{FD284B81-E604-47B7-8A7D-45FA21ED8E5C}" destId="{722B54C5-713F-47DC-B8D9-7234AC5CF853}" srcOrd="4" destOrd="0" presId="urn:microsoft.com/office/officeart/2005/8/layout/process2"/>
    <dgm:cxn modelId="{FD309739-7F14-4FE5-84AE-65B5D3864A1C}" type="presParOf" srcId="{FD284B81-E604-47B7-8A7D-45FA21ED8E5C}" destId="{BCD8714C-03B4-4D7B-9CE9-B76A95B983C5}" srcOrd="5" destOrd="0" presId="urn:microsoft.com/office/officeart/2005/8/layout/process2"/>
    <dgm:cxn modelId="{DC7E5DCF-0CF3-4C58-A8D9-4D1CD6D6A4AB}" type="presParOf" srcId="{BCD8714C-03B4-4D7B-9CE9-B76A95B983C5}" destId="{1CE69A66-8053-4B37-9A99-61AC0A060D1B}" srcOrd="0" destOrd="0" presId="urn:microsoft.com/office/officeart/2005/8/layout/process2"/>
    <dgm:cxn modelId="{360713BB-334C-4E8C-9BFE-D0609081FAE5}" type="presParOf" srcId="{FD284B81-E604-47B7-8A7D-45FA21ED8E5C}" destId="{6BE36542-AC44-45D8-8226-8EDCA5733D72}" srcOrd="6" destOrd="0" presId="urn:microsoft.com/office/officeart/2005/8/layout/process2"/>
    <dgm:cxn modelId="{5BABBE5E-EC2C-4A56-93CF-0D3A5619E355}" type="presParOf" srcId="{FD284B81-E604-47B7-8A7D-45FA21ED8E5C}" destId="{53D6EE4C-84C6-44B7-A2EC-58770A5B5AF9}" srcOrd="7" destOrd="0" presId="urn:microsoft.com/office/officeart/2005/8/layout/process2"/>
    <dgm:cxn modelId="{36627E67-9A46-40A8-8626-79E3EA74F365}" type="presParOf" srcId="{53D6EE4C-84C6-44B7-A2EC-58770A5B5AF9}" destId="{956E9E0C-AB3E-429B-99EF-FBE9474042A4}" srcOrd="0" destOrd="0" presId="urn:microsoft.com/office/officeart/2005/8/layout/process2"/>
    <dgm:cxn modelId="{3982F96B-4A4C-4270-99C7-93E99E8BDD1D}" type="presParOf" srcId="{FD284B81-E604-47B7-8A7D-45FA21ED8E5C}" destId="{56AE14A5-4DAA-420D-B11E-8C80180F7F30}" srcOrd="8" destOrd="0" presId="urn:microsoft.com/office/officeart/2005/8/layout/process2"/>
    <dgm:cxn modelId="{9CB1CF84-8EFA-4D26-9A0A-D0A686CD5B57}" type="presParOf" srcId="{FD284B81-E604-47B7-8A7D-45FA21ED8E5C}" destId="{3BC175CB-410B-4FE5-9189-123C7787C4BE}" srcOrd="9" destOrd="0" presId="urn:microsoft.com/office/officeart/2005/8/layout/process2"/>
    <dgm:cxn modelId="{5589DD02-35E3-496F-9EB3-9AA44688139E}" type="presParOf" srcId="{3BC175CB-410B-4FE5-9189-123C7787C4BE}" destId="{23566B3C-784E-4FFB-AF50-46000BFC705A}" srcOrd="0" destOrd="0" presId="urn:microsoft.com/office/officeart/2005/8/layout/process2"/>
    <dgm:cxn modelId="{9C55E301-8EBA-45C3-B4CC-1523E6F67963}" type="presParOf" srcId="{FD284B81-E604-47B7-8A7D-45FA21ED8E5C}" destId="{8E75D92B-41C9-4233-A314-B15ABE36E1FA}" srcOrd="10" destOrd="0" presId="urn:microsoft.com/office/officeart/2005/8/layout/process2"/>
    <dgm:cxn modelId="{DE135C51-4AC4-4446-8904-85FC41AE7D32}" type="presParOf" srcId="{FD284B81-E604-47B7-8A7D-45FA21ED8E5C}" destId="{DEC4C45C-2BB4-4979-B03B-1730C77F2FBC}" srcOrd="11" destOrd="0" presId="urn:microsoft.com/office/officeart/2005/8/layout/process2"/>
    <dgm:cxn modelId="{8E50DD8A-60DD-428E-855F-8EFBACE1A7A9}" type="presParOf" srcId="{DEC4C45C-2BB4-4979-B03B-1730C77F2FBC}" destId="{2D5FE76D-A13D-485E-8ED7-29AD5E5A466A}" srcOrd="0" destOrd="0" presId="urn:microsoft.com/office/officeart/2005/8/layout/process2"/>
    <dgm:cxn modelId="{A51FF906-B43A-4649-9663-1D2B85430279}" type="presParOf" srcId="{FD284B81-E604-47B7-8A7D-45FA21ED8E5C}" destId="{190F1DC2-060E-4D6B-8AD7-E57D4911601A}" srcOrd="12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36EAE4-428B-4D41-9A50-1ED04478EE34}">
      <dsp:nvSpPr>
        <dsp:cNvPr id="0" name=""/>
        <dsp:cNvSpPr/>
      </dsp:nvSpPr>
      <dsp:spPr>
        <a:xfrm>
          <a:off x="4362743" y="432"/>
          <a:ext cx="1180512" cy="3540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React</a:t>
          </a:r>
          <a:endParaRPr lang="en-IN" sz="1600" kern="1200" dirty="0"/>
        </a:p>
      </dsp:txBody>
      <dsp:txXfrm>
        <a:off x="4373114" y="10803"/>
        <a:ext cx="1159770" cy="333342"/>
      </dsp:txXfrm>
    </dsp:sp>
    <dsp:sp modelId="{9A13E0E4-E43B-4033-968B-FEECC5B43749}">
      <dsp:nvSpPr>
        <dsp:cNvPr id="0" name=""/>
        <dsp:cNvSpPr/>
      </dsp:nvSpPr>
      <dsp:spPr>
        <a:xfrm rot="5400000">
          <a:off x="4886609" y="363369"/>
          <a:ext cx="132781" cy="15933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700" kern="1200"/>
        </a:p>
      </dsp:txBody>
      <dsp:txXfrm rot="-5400000">
        <a:off x="4905199" y="376647"/>
        <a:ext cx="95602" cy="92947"/>
      </dsp:txXfrm>
    </dsp:sp>
    <dsp:sp modelId="{16524FAA-3779-451B-96AA-0FB2F63B62B5}">
      <dsp:nvSpPr>
        <dsp:cNvPr id="0" name=""/>
        <dsp:cNvSpPr/>
      </dsp:nvSpPr>
      <dsp:spPr>
        <a:xfrm>
          <a:off x="4362743" y="531559"/>
          <a:ext cx="1180512" cy="3540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551426"/>
                <a:satOff val="-2962"/>
                <a:lumOff val="1013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551426"/>
                <a:satOff val="-2962"/>
                <a:lumOff val="1013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Vite</a:t>
          </a:r>
          <a:endParaRPr lang="en-IN" sz="1600" kern="1200" dirty="0"/>
        </a:p>
      </dsp:txBody>
      <dsp:txXfrm>
        <a:off x="4373114" y="541930"/>
        <a:ext cx="1159770" cy="333342"/>
      </dsp:txXfrm>
    </dsp:sp>
    <dsp:sp modelId="{8BD07825-925D-4BAF-B568-DB5E2088BC2B}">
      <dsp:nvSpPr>
        <dsp:cNvPr id="0" name=""/>
        <dsp:cNvSpPr/>
      </dsp:nvSpPr>
      <dsp:spPr>
        <a:xfrm rot="5400000">
          <a:off x="4886609" y="894496"/>
          <a:ext cx="132781" cy="15933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-661711"/>
                <a:satOff val="-3554"/>
                <a:lumOff val="1216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661711"/>
                <a:satOff val="-3554"/>
                <a:lumOff val="1216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700" kern="1200"/>
        </a:p>
      </dsp:txBody>
      <dsp:txXfrm rot="-5400000">
        <a:off x="4905199" y="907774"/>
        <a:ext cx="95602" cy="92947"/>
      </dsp:txXfrm>
    </dsp:sp>
    <dsp:sp modelId="{BA47D7F7-579B-4F08-B90C-DCF228AF718F}">
      <dsp:nvSpPr>
        <dsp:cNvPr id="0" name=""/>
        <dsp:cNvSpPr/>
      </dsp:nvSpPr>
      <dsp:spPr>
        <a:xfrm>
          <a:off x="4362743" y="1062686"/>
          <a:ext cx="1180512" cy="3540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1102852"/>
                <a:satOff val="-5923"/>
                <a:lumOff val="2026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1102852"/>
                <a:satOff val="-5923"/>
                <a:lumOff val="2026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Tailwind CSS</a:t>
          </a:r>
          <a:endParaRPr lang="en-IN" sz="1600" kern="1200" dirty="0"/>
        </a:p>
      </dsp:txBody>
      <dsp:txXfrm>
        <a:off x="4373114" y="1073057"/>
        <a:ext cx="1159770" cy="333342"/>
      </dsp:txXfrm>
    </dsp:sp>
    <dsp:sp modelId="{389CE017-13A1-45B7-A894-8907047E43D0}">
      <dsp:nvSpPr>
        <dsp:cNvPr id="0" name=""/>
        <dsp:cNvSpPr/>
      </dsp:nvSpPr>
      <dsp:spPr>
        <a:xfrm rot="5400000">
          <a:off x="4886609" y="1425623"/>
          <a:ext cx="132781" cy="15933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-1323423"/>
                <a:satOff val="-7108"/>
                <a:lumOff val="2431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1323423"/>
                <a:satOff val="-7108"/>
                <a:lumOff val="2431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700" kern="1200"/>
        </a:p>
      </dsp:txBody>
      <dsp:txXfrm rot="-5400000">
        <a:off x="4905199" y="1438901"/>
        <a:ext cx="95602" cy="92947"/>
      </dsp:txXfrm>
    </dsp:sp>
    <dsp:sp modelId="{C29F282D-E028-4DCB-9DC1-502F2E8D35B4}">
      <dsp:nvSpPr>
        <dsp:cNvPr id="0" name=""/>
        <dsp:cNvSpPr/>
      </dsp:nvSpPr>
      <dsp:spPr>
        <a:xfrm>
          <a:off x="4362743" y="1593813"/>
          <a:ext cx="1180512" cy="3540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1654278"/>
                <a:satOff val="-8885"/>
                <a:lumOff val="3039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1654278"/>
                <a:satOff val="-8885"/>
                <a:lumOff val="3039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React Router</a:t>
          </a:r>
          <a:endParaRPr lang="en-IN" sz="1600" kern="1200" dirty="0"/>
        </a:p>
      </dsp:txBody>
      <dsp:txXfrm>
        <a:off x="4373114" y="1604184"/>
        <a:ext cx="1159770" cy="333342"/>
      </dsp:txXfrm>
    </dsp:sp>
    <dsp:sp modelId="{1596F715-9FC3-4AA7-ACEA-E3ABF12C0657}">
      <dsp:nvSpPr>
        <dsp:cNvPr id="0" name=""/>
        <dsp:cNvSpPr/>
      </dsp:nvSpPr>
      <dsp:spPr>
        <a:xfrm rot="5400000">
          <a:off x="4886609" y="1956750"/>
          <a:ext cx="132781" cy="15933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-1985134"/>
                <a:satOff val="-10662"/>
                <a:lumOff val="3647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1985134"/>
                <a:satOff val="-10662"/>
                <a:lumOff val="3647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700" kern="1200"/>
        </a:p>
      </dsp:txBody>
      <dsp:txXfrm rot="-5400000">
        <a:off x="4905199" y="1970028"/>
        <a:ext cx="95602" cy="92947"/>
      </dsp:txXfrm>
    </dsp:sp>
    <dsp:sp modelId="{00986E41-933F-4B82-B98B-8015A7B76462}">
      <dsp:nvSpPr>
        <dsp:cNvPr id="0" name=""/>
        <dsp:cNvSpPr/>
      </dsp:nvSpPr>
      <dsp:spPr>
        <a:xfrm>
          <a:off x="4362743" y="2124940"/>
          <a:ext cx="1180512" cy="3540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2205704"/>
                <a:satOff val="-11847"/>
                <a:lumOff val="4052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2205704"/>
                <a:satOff val="-11847"/>
                <a:lumOff val="4052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Lucide React</a:t>
          </a:r>
          <a:endParaRPr lang="en-IN" sz="1600" kern="1200" dirty="0"/>
        </a:p>
      </dsp:txBody>
      <dsp:txXfrm>
        <a:off x="4373114" y="2135311"/>
        <a:ext cx="1159770" cy="333342"/>
      </dsp:txXfrm>
    </dsp:sp>
    <dsp:sp modelId="{27281666-22E2-4A85-8EA0-6B1D52EDB317}">
      <dsp:nvSpPr>
        <dsp:cNvPr id="0" name=""/>
        <dsp:cNvSpPr/>
      </dsp:nvSpPr>
      <dsp:spPr>
        <a:xfrm rot="5400000">
          <a:off x="4886609" y="2487877"/>
          <a:ext cx="132781" cy="15933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-2646845"/>
                <a:satOff val="-14216"/>
                <a:lumOff val="4862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2646845"/>
                <a:satOff val="-14216"/>
                <a:lumOff val="4862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700" kern="1200"/>
        </a:p>
      </dsp:txBody>
      <dsp:txXfrm rot="-5400000">
        <a:off x="4905199" y="2501155"/>
        <a:ext cx="95602" cy="92947"/>
      </dsp:txXfrm>
    </dsp:sp>
    <dsp:sp modelId="{A07E267E-329E-4D02-A620-94BC9AE7EE30}">
      <dsp:nvSpPr>
        <dsp:cNvPr id="0" name=""/>
        <dsp:cNvSpPr/>
      </dsp:nvSpPr>
      <dsp:spPr>
        <a:xfrm>
          <a:off x="4362743" y="2656067"/>
          <a:ext cx="1180512" cy="3540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2757130"/>
                <a:satOff val="-14808"/>
                <a:lumOff val="5065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2757130"/>
                <a:satOff val="-14808"/>
                <a:lumOff val="5065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CSS</a:t>
          </a:r>
          <a:endParaRPr lang="en-IN" sz="1600" kern="1200" dirty="0"/>
        </a:p>
      </dsp:txBody>
      <dsp:txXfrm>
        <a:off x="4373114" y="2666438"/>
        <a:ext cx="1159770" cy="333342"/>
      </dsp:txXfrm>
    </dsp:sp>
    <dsp:sp modelId="{215FAE92-C087-4003-BCC3-C3ED5BD046C1}">
      <dsp:nvSpPr>
        <dsp:cNvPr id="0" name=""/>
        <dsp:cNvSpPr/>
      </dsp:nvSpPr>
      <dsp:spPr>
        <a:xfrm rot="5400000">
          <a:off x="4886609" y="3019004"/>
          <a:ext cx="132781" cy="15933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-3308557"/>
                <a:satOff val="-17770"/>
                <a:lumOff val="6078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3308557"/>
                <a:satOff val="-17770"/>
                <a:lumOff val="6078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700" kern="1200"/>
        </a:p>
      </dsp:txBody>
      <dsp:txXfrm rot="-5400000">
        <a:off x="4905199" y="3032282"/>
        <a:ext cx="95602" cy="92947"/>
      </dsp:txXfrm>
    </dsp:sp>
    <dsp:sp modelId="{3E7489D3-49B2-4895-A671-8E837A49A829}">
      <dsp:nvSpPr>
        <dsp:cNvPr id="0" name=""/>
        <dsp:cNvSpPr/>
      </dsp:nvSpPr>
      <dsp:spPr>
        <a:xfrm>
          <a:off x="4362743" y="3187194"/>
          <a:ext cx="1180512" cy="3540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3308557"/>
                <a:satOff val="-17770"/>
                <a:lumOff val="6078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3308557"/>
                <a:satOff val="-17770"/>
                <a:lumOff val="6078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JavaScript</a:t>
          </a:r>
          <a:endParaRPr lang="en-IN" sz="1600" kern="1200" dirty="0"/>
        </a:p>
      </dsp:txBody>
      <dsp:txXfrm>
        <a:off x="4373114" y="3197565"/>
        <a:ext cx="1159770" cy="33334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A9A56E-3EB4-42D4-9D72-321B6D0E05A0}">
      <dsp:nvSpPr>
        <dsp:cNvPr id="0" name=""/>
        <dsp:cNvSpPr/>
      </dsp:nvSpPr>
      <dsp:spPr>
        <a:xfrm>
          <a:off x="4318526" y="432"/>
          <a:ext cx="1268947" cy="3540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App</a:t>
          </a:r>
          <a:endParaRPr lang="en-IN" sz="1600" kern="1200" dirty="0"/>
        </a:p>
      </dsp:txBody>
      <dsp:txXfrm>
        <a:off x="4328897" y="10803"/>
        <a:ext cx="1248205" cy="333342"/>
      </dsp:txXfrm>
    </dsp:sp>
    <dsp:sp modelId="{738A6408-6790-40AF-8E0A-A63AAC000651}">
      <dsp:nvSpPr>
        <dsp:cNvPr id="0" name=""/>
        <dsp:cNvSpPr/>
      </dsp:nvSpPr>
      <dsp:spPr>
        <a:xfrm rot="5400000">
          <a:off x="4886609" y="363369"/>
          <a:ext cx="132781" cy="159338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700" kern="1200"/>
        </a:p>
      </dsp:txBody>
      <dsp:txXfrm rot="-5400000">
        <a:off x="4905199" y="376647"/>
        <a:ext cx="95602" cy="92947"/>
      </dsp:txXfrm>
    </dsp:sp>
    <dsp:sp modelId="{A4276CAD-2556-4F23-9CE3-A00D783A6AE2}">
      <dsp:nvSpPr>
        <dsp:cNvPr id="0" name=""/>
        <dsp:cNvSpPr/>
      </dsp:nvSpPr>
      <dsp:spPr>
        <a:xfrm>
          <a:off x="4318526" y="531559"/>
          <a:ext cx="1268947" cy="3540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787589"/>
                <a:satOff val="-1261"/>
                <a:lumOff val="131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4">
                <a:hueOff val="-787589"/>
                <a:satOff val="-1261"/>
                <a:lumOff val="131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Routes</a:t>
          </a:r>
          <a:endParaRPr lang="en-IN" sz="1600" kern="1200" dirty="0"/>
        </a:p>
      </dsp:txBody>
      <dsp:txXfrm>
        <a:off x="4328897" y="541930"/>
        <a:ext cx="1248205" cy="333342"/>
      </dsp:txXfrm>
    </dsp:sp>
    <dsp:sp modelId="{58C4B420-6D77-4FD1-8B6C-2EE552C82F55}">
      <dsp:nvSpPr>
        <dsp:cNvPr id="0" name=""/>
        <dsp:cNvSpPr/>
      </dsp:nvSpPr>
      <dsp:spPr>
        <a:xfrm rot="5400000">
          <a:off x="4886609" y="894496"/>
          <a:ext cx="132781" cy="159338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-945106"/>
            <a:satOff val="-1514"/>
            <a:lumOff val="157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700" kern="1200"/>
        </a:p>
      </dsp:txBody>
      <dsp:txXfrm rot="-5400000">
        <a:off x="4905199" y="907774"/>
        <a:ext cx="95602" cy="92947"/>
      </dsp:txXfrm>
    </dsp:sp>
    <dsp:sp modelId="{151B3865-0E1C-47C3-96FA-FF707B28F0EC}">
      <dsp:nvSpPr>
        <dsp:cNvPr id="0" name=""/>
        <dsp:cNvSpPr/>
      </dsp:nvSpPr>
      <dsp:spPr>
        <a:xfrm>
          <a:off x="4318526" y="1062686"/>
          <a:ext cx="1268947" cy="3540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1575177"/>
                <a:satOff val="-2523"/>
                <a:lumOff val="261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4">
                <a:hueOff val="-1575177"/>
                <a:satOff val="-2523"/>
                <a:lumOff val="261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Pages</a:t>
          </a:r>
          <a:endParaRPr lang="en-IN" sz="1600" kern="1200" dirty="0"/>
        </a:p>
      </dsp:txBody>
      <dsp:txXfrm>
        <a:off x="4328897" y="1073057"/>
        <a:ext cx="1248205" cy="333342"/>
      </dsp:txXfrm>
    </dsp:sp>
    <dsp:sp modelId="{6B1E3956-2677-4A8F-B8DB-5D5241EE1043}">
      <dsp:nvSpPr>
        <dsp:cNvPr id="0" name=""/>
        <dsp:cNvSpPr/>
      </dsp:nvSpPr>
      <dsp:spPr>
        <a:xfrm rot="5400000">
          <a:off x="4886609" y="1425623"/>
          <a:ext cx="132781" cy="159338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-1890212"/>
            <a:satOff val="-3028"/>
            <a:lumOff val="314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700" kern="1200"/>
        </a:p>
      </dsp:txBody>
      <dsp:txXfrm rot="-5400000">
        <a:off x="4905199" y="1438901"/>
        <a:ext cx="95602" cy="92947"/>
      </dsp:txXfrm>
    </dsp:sp>
    <dsp:sp modelId="{77C77839-1D9A-4061-9732-A8BDAA0C24B1}">
      <dsp:nvSpPr>
        <dsp:cNvPr id="0" name=""/>
        <dsp:cNvSpPr/>
      </dsp:nvSpPr>
      <dsp:spPr>
        <a:xfrm>
          <a:off x="4318526" y="1593813"/>
          <a:ext cx="1268947" cy="3540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2362766"/>
                <a:satOff val="-3784"/>
                <a:lumOff val="392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4">
                <a:hueOff val="-2362766"/>
                <a:satOff val="-3784"/>
                <a:lumOff val="392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ListingSection</a:t>
          </a:r>
          <a:endParaRPr lang="en-IN" sz="1600" kern="1200" dirty="0"/>
        </a:p>
      </dsp:txBody>
      <dsp:txXfrm>
        <a:off x="4328897" y="1604184"/>
        <a:ext cx="1248205" cy="333342"/>
      </dsp:txXfrm>
    </dsp:sp>
    <dsp:sp modelId="{B9C7BDFE-4893-4186-BFD9-E6EEBF2BBCA5}">
      <dsp:nvSpPr>
        <dsp:cNvPr id="0" name=""/>
        <dsp:cNvSpPr/>
      </dsp:nvSpPr>
      <dsp:spPr>
        <a:xfrm rot="5400000">
          <a:off x="4886609" y="1956750"/>
          <a:ext cx="132781" cy="159338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-2835319"/>
            <a:satOff val="-4541"/>
            <a:lumOff val="47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700" kern="1200"/>
        </a:p>
      </dsp:txBody>
      <dsp:txXfrm rot="-5400000">
        <a:off x="4905199" y="1970028"/>
        <a:ext cx="95602" cy="92947"/>
      </dsp:txXfrm>
    </dsp:sp>
    <dsp:sp modelId="{6E439992-54B6-4F3F-8D5C-01214B927952}">
      <dsp:nvSpPr>
        <dsp:cNvPr id="0" name=""/>
        <dsp:cNvSpPr/>
      </dsp:nvSpPr>
      <dsp:spPr>
        <a:xfrm>
          <a:off x="4318526" y="2124940"/>
          <a:ext cx="1268947" cy="3540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3150354"/>
                <a:satOff val="-5046"/>
                <a:lumOff val="523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4">
                <a:hueOff val="-3150354"/>
                <a:satOff val="-5046"/>
                <a:lumOff val="523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PropertyCard</a:t>
          </a:r>
          <a:endParaRPr lang="en-IN" sz="1600" kern="1200" dirty="0"/>
        </a:p>
      </dsp:txBody>
      <dsp:txXfrm>
        <a:off x="4328897" y="2135311"/>
        <a:ext cx="1248205" cy="333342"/>
      </dsp:txXfrm>
    </dsp:sp>
    <dsp:sp modelId="{33818E6F-C15E-4189-BA9D-A03913DA2EBE}">
      <dsp:nvSpPr>
        <dsp:cNvPr id="0" name=""/>
        <dsp:cNvSpPr/>
      </dsp:nvSpPr>
      <dsp:spPr>
        <a:xfrm rot="5400000">
          <a:off x="4886609" y="2487877"/>
          <a:ext cx="132781" cy="159338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-3780425"/>
            <a:satOff val="-6055"/>
            <a:lumOff val="627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700" kern="1200"/>
        </a:p>
      </dsp:txBody>
      <dsp:txXfrm rot="-5400000">
        <a:off x="4905199" y="2501155"/>
        <a:ext cx="95602" cy="92947"/>
      </dsp:txXfrm>
    </dsp:sp>
    <dsp:sp modelId="{A84E756E-9D69-40F2-AA54-015F57C9FF89}">
      <dsp:nvSpPr>
        <dsp:cNvPr id="0" name=""/>
        <dsp:cNvSpPr/>
      </dsp:nvSpPr>
      <dsp:spPr>
        <a:xfrm>
          <a:off x="4318526" y="2656067"/>
          <a:ext cx="1268947" cy="3540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3937942"/>
                <a:satOff val="-6307"/>
                <a:lumOff val="653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4">
                <a:hueOff val="-3937942"/>
                <a:satOff val="-6307"/>
                <a:lumOff val="653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EcoScore</a:t>
          </a:r>
          <a:endParaRPr lang="en-IN" sz="1600" kern="1200" dirty="0"/>
        </a:p>
      </dsp:txBody>
      <dsp:txXfrm>
        <a:off x="4328897" y="2666438"/>
        <a:ext cx="1248205" cy="333342"/>
      </dsp:txXfrm>
    </dsp:sp>
    <dsp:sp modelId="{D5B66660-E428-4030-8305-8ECB10E437B0}">
      <dsp:nvSpPr>
        <dsp:cNvPr id="0" name=""/>
        <dsp:cNvSpPr/>
      </dsp:nvSpPr>
      <dsp:spPr>
        <a:xfrm rot="5400000">
          <a:off x="4886609" y="3019004"/>
          <a:ext cx="132781" cy="159338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-4725531"/>
            <a:satOff val="-7569"/>
            <a:lumOff val="784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700" kern="1200"/>
        </a:p>
      </dsp:txBody>
      <dsp:txXfrm rot="-5400000">
        <a:off x="4905199" y="3032282"/>
        <a:ext cx="95602" cy="92947"/>
      </dsp:txXfrm>
    </dsp:sp>
    <dsp:sp modelId="{7245621A-0A4B-46FF-B610-F91E2C651F62}">
      <dsp:nvSpPr>
        <dsp:cNvPr id="0" name=""/>
        <dsp:cNvSpPr/>
      </dsp:nvSpPr>
      <dsp:spPr>
        <a:xfrm>
          <a:off x="4318526" y="3187194"/>
          <a:ext cx="1268947" cy="3540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4725531"/>
                <a:satOff val="-7569"/>
                <a:lumOff val="784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4">
                <a:hueOff val="-4725531"/>
                <a:satOff val="-7569"/>
                <a:lumOff val="784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Ecopopup</a:t>
          </a:r>
          <a:endParaRPr lang="en-IN" sz="1600" kern="1200" dirty="0"/>
        </a:p>
      </dsp:txBody>
      <dsp:txXfrm>
        <a:off x="4328897" y="3197565"/>
        <a:ext cx="1248205" cy="33334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BFFA9B-8D97-4AA7-9ED1-A3C05C98532C}">
      <dsp:nvSpPr>
        <dsp:cNvPr id="0" name=""/>
        <dsp:cNvSpPr/>
      </dsp:nvSpPr>
      <dsp:spPr>
        <a:xfrm>
          <a:off x="3370122" y="531"/>
          <a:ext cx="1387755" cy="43502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Property</a:t>
          </a:r>
          <a:endParaRPr lang="en-IN" sz="1800" kern="1200" dirty="0"/>
        </a:p>
      </dsp:txBody>
      <dsp:txXfrm>
        <a:off x="3382864" y="13273"/>
        <a:ext cx="1362271" cy="409543"/>
      </dsp:txXfrm>
    </dsp:sp>
    <dsp:sp modelId="{F2918D7C-BEFA-4B59-B2CE-97190DF272A2}">
      <dsp:nvSpPr>
        <dsp:cNvPr id="0" name=""/>
        <dsp:cNvSpPr/>
      </dsp:nvSpPr>
      <dsp:spPr>
        <a:xfrm rot="5400000">
          <a:off x="3982432" y="446434"/>
          <a:ext cx="163135" cy="1957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 rot="-5400000">
        <a:off x="4005271" y="462747"/>
        <a:ext cx="117458" cy="114195"/>
      </dsp:txXfrm>
    </dsp:sp>
    <dsp:sp modelId="{46DD091A-7238-45F2-835D-53FC8A3B3A2C}">
      <dsp:nvSpPr>
        <dsp:cNvPr id="0" name=""/>
        <dsp:cNvSpPr/>
      </dsp:nvSpPr>
      <dsp:spPr>
        <a:xfrm>
          <a:off x="3370122" y="653072"/>
          <a:ext cx="1387755" cy="435027"/>
        </a:xfrm>
        <a:prstGeom prst="roundRect">
          <a:avLst>
            <a:gd name="adj" fmla="val 10000"/>
          </a:avLst>
        </a:prstGeom>
        <a:solidFill>
          <a:schemeClr val="accent3">
            <a:hueOff val="2736978"/>
            <a:satOff val="-710"/>
            <a:lumOff val="784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Eco Score</a:t>
          </a:r>
          <a:endParaRPr lang="en-IN" sz="1800" kern="1200" dirty="0"/>
        </a:p>
      </dsp:txBody>
      <dsp:txXfrm>
        <a:off x="3382864" y="665814"/>
        <a:ext cx="1362271" cy="409543"/>
      </dsp:txXfrm>
    </dsp:sp>
    <dsp:sp modelId="{061C620F-896B-4959-BDEB-25318F64683E}">
      <dsp:nvSpPr>
        <dsp:cNvPr id="0" name=""/>
        <dsp:cNvSpPr/>
      </dsp:nvSpPr>
      <dsp:spPr>
        <a:xfrm rot="5400000">
          <a:off x="3982432" y="1098976"/>
          <a:ext cx="163135" cy="1957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3284374"/>
            <a:satOff val="-852"/>
            <a:lumOff val="94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 rot="-5400000">
        <a:off x="4005271" y="1115289"/>
        <a:ext cx="117458" cy="114195"/>
      </dsp:txXfrm>
    </dsp:sp>
    <dsp:sp modelId="{722B54C5-713F-47DC-B8D9-7234AC5CF853}">
      <dsp:nvSpPr>
        <dsp:cNvPr id="0" name=""/>
        <dsp:cNvSpPr/>
      </dsp:nvSpPr>
      <dsp:spPr>
        <a:xfrm>
          <a:off x="3370122" y="1305614"/>
          <a:ext cx="1387755" cy="435027"/>
        </a:xfrm>
        <a:prstGeom prst="roundRect">
          <a:avLst>
            <a:gd name="adj" fmla="val 10000"/>
          </a:avLst>
        </a:prstGeom>
        <a:solidFill>
          <a:schemeClr val="accent3">
            <a:hueOff val="5473956"/>
            <a:satOff val="-1420"/>
            <a:lumOff val="156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Popup</a:t>
          </a:r>
          <a:endParaRPr lang="en-IN" sz="1800" kern="1200" dirty="0"/>
        </a:p>
      </dsp:txBody>
      <dsp:txXfrm>
        <a:off x="3382864" y="1318356"/>
        <a:ext cx="1362271" cy="409543"/>
      </dsp:txXfrm>
    </dsp:sp>
    <dsp:sp modelId="{BCD8714C-03B4-4D7B-9CE9-B76A95B983C5}">
      <dsp:nvSpPr>
        <dsp:cNvPr id="0" name=""/>
        <dsp:cNvSpPr/>
      </dsp:nvSpPr>
      <dsp:spPr>
        <a:xfrm rot="5400000">
          <a:off x="3982432" y="1751517"/>
          <a:ext cx="163135" cy="1957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6568748"/>
            <a:satOff val="-1704"/>
            <a:lumOff val="188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 rot="-5400000">
        <a:off x="4005271" y="1767830"/>
        <a:ext cx="117458" cy="114195"/>
      </dsp:txXfrm>
    </dsp:sp>
    <dsp:sp modelId="{6BE36542-AC44-45D8-8226-8EDCA5733D72}">
      <dsp:nvSpPr>
        <dsp:cNvPr id="0" name=""/>
        <dsp:cNvSpPr/>
      </dsp:nvSpPr>
      <dsp:spPr>
        <a:xfrm>
          <a:off x="3370122" y="1958155"/>
          <a:ext cx="1387755" cy="435027"/>
        </a:xfrm>
        <a:prstGeom prst="roundRect">
          <a:avLst>
            <a:gd name="adj" fmla="val 10000"/>
          </a:avLst>
        </a:prstGeom>
        <a:solidFill>
          <a:schemeClr val="accent3">
            <a:hueOff val="8210934"/>
            <a:satOff val="-2130"/>
            <a:lumOff val="235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Carbon Level</a:t>
          </a:r>
          <a:endParaRPr lang="en-IN" sz="1800" kern="1200" dirty="0"/>
        </a:p>
      </dsp:txBody>
      <dsp:txXfrm>
        <a:off x="3382864" y="1970897"/>
        <a:ext cx="1362271" cy="409543"/>
      </dsp:txXfrm>
    </dsp:sp>
    <dsp:sp modelId="{53D6EE4C-84C6-44B7-A2EC-58770A5B5AF9}">
      <dsp:nvSpPr>
        <dsp:cNvPr id="0" name=""/>
        <dsp:cNvSpPr/>
      </dsp:nvSpPr>
      <dsp:spPr>
        <a:xfrm rot="5400000">
          <a:off x="3982432" y="2404059"/>
          <a:ext cx="163135" cy="1957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9853121"/>
            <a:satOff val="-2556"/>
            <a:lumOff val="282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 rot="-5400000">
        <a:off x="4005271" y="2420372"/>
        <a:ext cx="117458" cy="114195"/>
      </dsp:txXfrm>
    </dsp:sp>
    <dsp:sp modelId="{56AE14A5-4DAA-420D-B11E-8C80180F7F30}">
      <dsp:nvSpPr>
        <dsp:cNvPr id="0" name=""/>
        <dsp:cNvSpPr/>
      </dsp:nvSpPr>
      <dsp:spPr>
        <a:xfrm>
          <a:off x="3370122" y="2610697"/>
          <a:ext cx="1387755" cy="435027"/>
        </a:xfrm>
        <a:prstGeom prst="roundRect">
          <a:avLst>
            <a:gd name="adj" fmla="val 10000"/>
          </a:avLst>
        </a:prstGeom>
        <a:solidFill>
          <a:schemeClr val="accent3">
            <a:hueOff val="10947913"/>
            <a:satOff val="-2840"/>
            <a:lumOff val="313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</a:t>
          </a:r>
          <a:r>
            <a:rPr lang="en-US" sz="1800" kern="1200" baseline="-25000" dirty="0"/>
            <a:t>2</a:t>
          </a:r>
          <a:r>
            <a:rPr lang="en-US" sz="1800" kern="1200" dirty="0"/>
            <a:t>/Night</a:t>
          </a:r>
          <a:endParaRPr lang="en-IN" sz="1800" kern="1200" dirty="0"/>
        </a:p>
      </dsp:txBody>
      <dsp:txXfrm>
        <a:off x="3382864" y="2623439"/>
        <a:ext cx="1362271" cy="409543"/>
      </dsp:txXfrm>
    </dsp:sp>
    <dsp:sp modelId="{3BC175CB-410B-4FE5-9189-123C7787C4BE}">
      <dsp:nvSpPr>
        <dsp:cNvPr id="0" name=""/>
        <dsp:cNvSpPr/>
      </dsp:nvSpPr>
      <dsp:spPr>
        <a:xfrm rot="5400000">
          <a:off x="3982432" y="3056600"/>
          <a:ext cx="163135" cy="1957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13137495"/>
            <a:satOff val="-3408"/>
            <a:lumOff val="376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 rot="-5400000">
        <a:off x="4005271" y="3072913"/>
        <a:ext cx="117458" cy="114195"/>
      </dsp:txXfrm>
    </dsp:sp>
    <dsp:sp modelId="{8E75D92B-41C9-4233-A314-B15ABE36E1FA}">
      <dsp:nvSpPr>
        <dsp:cNvPr id="0" name=""/>
        <dsp:cNvSpPr/>
      </dsp:nvSpPr>
      <dsp:spPr>
        <a:xfrm>
          <a:off x="3370122" y="3263238"/>
          <a:ext cx="1387755" cy="435027"/>
        </a:xfrm>
        <a:prstGeom prst="roundRect">
          <a:avLst>
            <a:gd name="adj" fmla="val 10000"/>
          </a:avLst>
        </a:prstGeom>
        <a:solidFill>
          <a:schemeClr val="accent3">
            <a:hueOff val="13684891"/>
            <a:satOff val="-3550"/>
            <a:lumOff val="3922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Eco Features</a:t>
          </a:r>
          <a:endParaRPr lang="en-IN" sz="1800" kern="1200" dirty="0"/>
        </a:p>
      </dsp:txBody>
      <dsp:txXfrm>
        <a:off x="3382864" y="3275980"/>
        <a:ext cx="1362271" cy="409543"/>
      </dsp:txXfrm>
    </dsp:sp>
    <dsp:sp modelId="{DEC4C45C-2BB4-4979-B03B-1730C77F2FBC}">
      <dsp:nvSpPr>
        <dsp:cNvPr id="0" name=""/>
        <dsp:cNvSpPr/>
      </dsp:nvSpPr>
      <dsp:spPr>
        <a:xfrm rot="5400000">
          <a:off x="3982432" y="3709142"/>
          <a:ext cx="163135" cy="1957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16421869"/>
            <a:satOff val="-4260"/>
            <a:lumOff val="470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 rot="-5400000">
        <a:off x="4005271" y="3725455"/>
        <a:ext cx="117458" cy="114195"/>
      </dsp:txXfrm>
    </dsp:sp>
    <dsp:sp modelId="{190F1DC2-060E-4D6B-8AD7-E57D4911601A}">
      <dsp:nvSpPr>
        <dsp:cNvPr id="0" name=""/>
        <dsp:cNvSpPr/>
      </dsp:nvSpPr>
      <dsp:spPr>
        <a:xfrm>
          <a:off x="3370122" y="3915780"/>
          <a:ext cx="1387755" cy="435027"/>
        </a:xfrm>
        <a:prstGeom prst="roundRect">
          <a:avLst>
            <a:gd name="adj" fmla="val 10000"/>
          </a:avLst>
        </a:prstGeom>
        <a:solidFill>
          <a:schemeClr val="accent3">
            <a:hueOff val="16421869"/>
            <a:satOff val="-4260"/>
            <a:lumOff val="4706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Tips</a:t>
          </a:r>
          <a:endParaRPr lang="en-IN" sz="1800" kern="1200" dirty="0"/>
        </a:p>
      </dsp:txBody>
      <dsp:txXfrm>
        <a:off x="3382864" y="3928522"/>
        <a:ext cx="1362271" cy="4095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AA0C19-7277-4F37-9EE6-29AA5602B4E6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106D83-01CB-46F8-8403-5D0758024D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4874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ED76C30B-60CB-47D0-90F9-C66FB1825644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52E3F9B0-A195-4A90-904A-FEADA5C06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4547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6C30B-60CB-47D0-90F9-C66FB1825644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3F9B0-A195-4A90-904A-FEADA5C06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307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6C30B-60CB-47D0-90F9-C66FB1825644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3F9B0-A195-4A90-904A-FEADA5C06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3479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6C30B-60CB-47D0-90F9-C66FB1825644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3F9B0-A195-4A90-904A-FEADA5C06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72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6C30B-60CB-47D0-90F9-C66FB1825644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3F9B0-A195-4A90-904A-FEADA5C06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7794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6C30B-60CB-47D0-90F9-C66FB1825644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3F9B0-A195-4A90-904A-FEADA5C06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4610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6C30B-60CB-47D0-90F9-C66FB1825644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3F9B0-A195-4A90-904A-FEADA5C06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8161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6C30B-60CB-47D0-90F9-C66FB1825644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3F9B0-A195-4A90-904A-FEADA5C06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5367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6C30B-60CB-47D0-90F9-C66FB1825644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3F9B0-A195-4A90-904A-FEADA5C06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2421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6C30B-60CB-47D0-90F9-C66FB1825644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3F9B0-A195-4A90-904A-FEADA5C06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329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6C30B-60CB-47D0-90F9-C66FB1825644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3F9B0-A195-4A90-904A-FEADA5C06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3254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6C30B-60CB-47D0-90F9-C66FB1825644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3F9B0-A195-4A90-904A-FEADA5C06498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124315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6C30B-60CB-47D0-90F9-C66FB1825644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3F9B0-A195-4A90-904A-FEADA5C06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11530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6C30B-60CB-47D0-90F9-C66FB1825644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3F9B0-A195-4A90-904A-FEADA5C06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07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6C30B-60CB-47D0-90F9-C66FB1825644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3F9B0-A195-4A90-904A-FEADA5C06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76939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6C30B-60CB-47D0-90F9-C66FB1825644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3F9B0-A195-4A90-904A-FEADA5C06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93219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6C30B-60CB-47D0-90F9-C66FB1825644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3F9B0-A195-4A90-904A-FEADA5C06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8464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76C30B-60CB-47D0-90F9-C66FB1825644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3F9B0-A195-4A90-904A-FEADA5C064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80491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20D07-F874-3263-993B-68B954A363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Airbnb Homepage Clone</a:t>
            </a:r>
            <a:br>
              <a:rPr lang="en-IN" dirty="0"/>
            </a:br>
            <a:r>
              <a:rPr lang="en-IN" dirty="0"/>
              <a:t>Frontend Internship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8DB42F-B3B6-92F7-92D9-E73A8133DA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pPr algn="l"/>
            <a:r>
              <a:rPr lang="en-US" b="1" dirty="0"/>
              <a:t>Presented by:</a:t>
            </a:r>
            <a:endParaRPr lang="en-US" dirty="0"/>
          </a:p>
          <a:p>
            <a:pPr algn="l"/>
            <a:r>
              <a:rPr lang="en-US" dirty="0"/>
              <a:t>Kunal Arya </a:t>
            </a:r>
          </a:p>
          <a:p>
            <a:pPr algn="l"/>
            <a:r>
              <a:rPr lang="en-US" dirty="0" err="1"/>
              <a:t>B.Tech</a:t>
            </a:r>
            <a:r>
              <a:rPr lang="en-US" dirty="0"/>
              <a:t> CSE </a:t>
            </a:r>
          </a:p>
          <a:p>
            <a:pPr algn="l"/>
            <a:r>
              <a:rPr lang="en-US" dirty="0"/>
              <a:t>MRIIRS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75861F-20EE-5C38-2361-0B3F6C362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React • Vite • Tailwind CSS • React Router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35694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E9CE-DE21-EB80-FBEA-115C8B5E2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/>
              <a:t>Objective</a:t>
            </a:r>
            <a:br>
              <a:rPr lang="en-US" sz="3200" b="1" dirty="0"/>
            </a:br>
            <a:r>
              <a:rPr lang="en-US" sz="3200" dirty="0"/>
              <a:t>The goal of this project was to recreate the Airbnb homepage while following modern frontend development practices.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89F20-451A-DCC9-97CC-C0F621418D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Features</a:t>
            </a:r>
          </a:p>
          <a:p>
            <a:r>
              <a:rPr lang="en-US" dirty="0"/>
              <a:t>Responsive Airbnb Homepage </a:t>
            </a:r>
          </a:p>
          <a:p>
            <a:r>
              <a:rPr lang="en-US" dirty="0"/>
              <a:t>Interactive Search Bar </a:t>
            </a:r>
          </a:p>
          <a:p>
            <a:r>
              <a:rPr lang="en-US" dirty="0"/>
              <a:t>Property Listings </a:t>
            </a:r>
          </a:p>
          <a:p>
            <a:r>
              <a:rPr lang="en-US" dirty="0"/>
              <a:t>Experiences Section </a:t>
            </a:r>
          </a:p>
          <a:p>
            <a:r>
              <a:rPr lang="en-US" dirty="0"/>
              <a:t>Services Section </a:t>
            </a:r>
          </a:p>
          <a:p>
            <a:r>
              <a:rPr lang="en-US" dirty="0"/>
              <a:t>Lazy Loading </a:t>
            </a:r>
          </a:p>
          <a:p>
            <a:r>
              <a:rPr lang="en-US" dirty="0"/>
              <a:t>Error Boundary </a:t>
            </a:r>
          </a:p>
          <a:p>
            <a:r>
              <a:rPr lang="en-US" dirty="0"/>
              <a:t>Custom Eco Score System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97A54E-6329-2CA7-4531-0347518FE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5375" y="2516704"/>
            <a:ext cx="7332324" cy="401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7056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098BA-A00B-0294-8342-C6967C7A0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Technologies Used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A941602-139A-9AEB-108D-679A77C4D4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312200"/>
              </p:ext>
            </p:extLst>
          </p:nvPr>
        </p:nvGraphicFramePr>
        <p:xfrm>
          <a:off x="1141413" y="2249488"/>
          <a:ext cx="9906000" cy="3541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043653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436EAE4-428B-4D41-9A50-1ED04478EE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graphicEl>
                                              <a:dgm id="{2436EAE4-428B-4D41-9A50-1ED04478EE3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9A13E0E4-E43B-4033-968B-FEECC5B437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graphicEl>
                                              <a:dgm id="{9A13E0E4-E43B-4033-968B-FEECC5B4374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6524FAA-3779-451B-96AA-0FB2F63B62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graphicEl>
                                              <a:dgm id="{16524FAA-3779-451B-96AA-0FB2F63B62B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BD07825-925D-4BAF-B568-DB5E2088BC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graphicEl>
                                              <a:dgm id="{8BD07825-925D-4BAF-B568-DB5E2088BC2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BA47D7F7-579B-4F08-B90C-DCF228AF71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graphicEl>
                                              <a:dgm id="{BA47D7F7-579B-4F08-B90C-DCF228AF718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89CE017-13A1-45B7-A894-8907047E43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graphicEl>
                                              <a:dgm id="{389CE017-13A1-45B7-A894-8907047E43D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C29F282D-E028-4DCB-9DC1-502F2E8D35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graphicEl>
                                              <a:dgm id="{C29F282D-E028-4DCB-9DC1-502F2E8D35B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596F715-9FC3-4AA7-ACEA-E3ABF12C065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graphicEl>
                                              <a:dgm id="{1596F715-9FC3-4AA7-ACEA-E3ABF12C065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00986E41-933F-4B82-B98B-8015A7B764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>
                                            <p:graphicEl>
                                              <a:dgm id="{00986E41-933F-4B82-B98B-8015A7B7646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7281666-22E2-4A85-8EA0-6B1D52EDB3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>
                                            <p:graphicEl>
                                              <a:dgm id="{27281666-22E2-4A85-8EA0-6B1D52EDB31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A07E267E-329E-4D02-A620-94BC9AE7EE3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graphicEl>
                                              <a:dgm id="{A07E267E-329E-4D02-A620-94BC9AE7EE3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15FAE92-C087-4003-BCC3-C3ED5BD046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>
                                            <p:graphicEl>
                                              <a:dgm id="{215FAE92-C087-4003-BCC3-C3ED5BD046C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E7489D3-49B2-4895-A671-8E837A49A8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">
                                            <p:graphicEl>
                                              <a:dgm id="{3E7489D3-49B2-4895-A671-8E837A49A82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 uiExpand="1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2178-5F1B-2260-0E3C-230D53C2C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Folder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81EAD-51C4-8A03-0861-7370F3B4F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776875"/>
            <a:ext cx="9905999" cy="3541714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IN" sz="1800" dirty="0" err="1"/>
              <a:t>src</a:t>
            </a:r>
            <a:endParaRPr lang="en-IN" sz="1800" dirty="0"/>
          </a:p>
          <a:p>
            <a:pPr marL="0" indent="0">
              <a:spcBef>
                <a:spcPts val="0"/>
              </a:spcBef>
              <a:buNone/>
            </a:pPr>
            <a:r>
              <a:rPr lang="en-IN" sz="1800" dirty="0"/>
              <a:t>│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800" dirty="0"/>
              <a:t>├── components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800" dirty="0"/>
              <a:t>│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800" dirty="0"/>
              <a:t>├── pages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800" dirty="0"/>
              <a:t>│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800" dirty="0"/>
              <a:t>├── data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800" dirty="0"/>
              <a:t>│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800" dirty="0"/>
              <a:t>├── context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800" dirty="0"/>
              <a:t>│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800" dirty="0"/>
              <a:t>├── assets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800" dirty="0"/>
              <a:t>│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800" dirty="0"/>
              <a:t>├── </a:t>
            </a:r>
            <a:r>
              <a:rPr lang="en-IN" sz="1800" dirty="0" err="1"/>
              <a:t>App.jsx</a:t>
            </a:r>
            <a:endParaRPr lang="en-IN" sz="1800" dirty="0"/>
          </a:p>
          <a:p>
            <a:pPr marL="0" indent="0">
              <a:spcBef>
                <a:spcPts val="0"/>
              </a:spcBef>
              <a:buNone/>
            </a:pPr>
            <a:r>
              <a:rPr lang="en-IN" sz="1800" dirty="0"/>
              <a:t>│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800" dirty="0"/>
              <a:t>└── </a:t>
            </a:r>
            <a:r>
              <a:rPr lang="en-IN" sz="1800" dirty="0" err="1"/>
              <a:t>main.jsx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40768831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41F23-DCFE-D4A3-151F-807E4045C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Major Components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58DA870-DFD2-F0E7-B042-975B6B6DE2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7613831"/>
              </p:ext>
            </p:extLst>
          </p:nvPr>
        </p:nvGraphicFramePr>
        <p:xfrm>
          <a:off x="1141413" y="2249488"/>
          <a:ext cx="9906000" cy="3541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381918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EA9A56E-3EB4-42D4-9D72-321B6D0E05A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dgm id="{4EA9A56E-3EB4-42D4-9D72-321B6D0E05A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38A6408-6790-40AF-8E0A-A63AAC0006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graphicEl>
                                              <a:dgm id="{738A6408-6790-40AF-8E0A-A63AAC00065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4276CAD-2556-4F23-9CE3-A00D783A6A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dgm id="{A4276CAD-2556-4F23-9CE3-A00D783A6AE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8C4B420-6D77-4FD1-8B6C-2EE552C82F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graphicEl>
                                              <a:dgm id="{58C4B420-6D77-4FD1-8B6C-2EE552C82F5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51B3865-0E1C-47C3-96FA-FF707B28F0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graphicEl>
                                              <a:dgm id="{151B3865-0E1C-47C3-96FA-FF707B28F0E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B1E3956-2677-4A8F-B8DB-5D5241EE10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graphicEl>
                                              <a:dgm id="{6B1E3956-2677-4A8F-B8DB-5D5241EE104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7C77839-1D9A-4061-9732-A8BDAA0C24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graphicEl>
                                              <a:dgm id="{77C77839-1D9A-4061-9732-A8BDAA0C24B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9C7BDFE-4893-4186-BFD9-E6EEBF2BBC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graphicEl>
                                              <a:dgm id="{B9C7BDFE-4893-4186-BFD9-E6EEBF2BBCA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E439992-54B6-4F3F-8D5C-01214B92795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graphicEl>
                                              <a:dgm id="{6E439992-54B6-4F3F-8D5C-01214B92795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3818E6F-C15E-4189-BA9D-A03913DA2E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graphicEl>
                                              <a:dgm id="{33818E6F-C15E-4189-BA9D-A03913DA2EB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84E756E-9D69-40F2-AA54-015F57C9FF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graphicEl>
                                              <a:dgm id="{A84E756E-9D69-40F2-AA54-015F57C9FF8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5B66660-E428-4030-8305-8ECB10E437B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graphicEl>
                                              <a:dgm id="{D5B66660-E428-4030-8305-8ECB10E437B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245621A-0A4B-46FF-B610-F91E2C651F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">
                                            <p:graphicEl>
                                              <a:dgm id="{7245621A-0A4B-46FF-B610-F91E2C651F6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754FE-FC73-7CA0-B475-E0A52B994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Features Implemented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BEEC3-F414-D8B8-FC88-6C34F40C3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4668748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Airbnb Features</a:t>
            </a:r>
          </a:p>
          <a:p>
            <a:r>
              <a:rPr lang="en-IN" dirty="0"/>
              <a:t>Responsive Homepage</a:t>
            </a:r>
          </a:p>
          <a:p>
            <a:r>
              <a:rPr lang="en-IN" dirty="0"/>
              <a:t>Property Cards</a:t>
            </a:r>
          </a:p>
          <a:p>
            <a:r>
              <a:rPr lang="en-IN" dirty="0"/>
              <a:t>Search Bar</a:t>
            </a:r>
          </a:p>
          <a:p>
            <a:r>
              <a:rPr lang="en-IN" dirty="0"/>
              <a:t>Categories</a:t>
            </a:r>
          </a:p>
          <a:p>
            <a:r>
              <a:rPr lang="en-IN" dirty="0"/>
              <a:t>Horizontal Slider</a:t>
            </a:r>
          </a:p>
          <a:p>
            <a:r>
              <a:rPr lang="en-IN" dirty="0"/>
              <a:t>Favourite Button</a:t>
            </a:r>
          </a:p>
          <a:p>
            <a:r>
              <a:rPr lang="en-IN" dirty="0"/>
              <a:t>Coming Soon Pages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A1D36F-53DC-D3A0-0288-1012C19FF102}"/>
              </a:ext>
            </a:extLst>
          </p:cNvPr>
          <p:cNvSpPr txBox="1"/>
          <p:nvPr/>
        </p:nvSpPr>
        <p:spPr>
          <a:xfrm>
            <a:off x="6095999" y="1690688"/>
            <a:ext cx="496926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Additional Features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Error Boundary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Lazy Loading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Eco Score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Carbon Footprint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Sustainability Popup</a:t>
            </a:r>
          </a:p>
        </p:txBody>
      </p:sp>
    </p:spTree>
    <p:extLst>
      <p:ext uri="{BB962C8B-B14F-4D97-AF65-F5344CB8AC3E}">
        <p14:creationId xmlns:p14="http://schemas.microsoft.com/office/powerpoint/2010/main" val="17718515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007C4-7CBA-88F5-8A28-C00A7863A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Eco Score Feature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04C2548-B13A-51F8-099D-7D1A3F5BB9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655085"/>
              </p:ext>
            </p:extLst>
          </p:nvPr>
        </p:nvGraphicFramePr>
        <p:xfrm>
          <a:off x="2032000" y="1786993"/>
          <a:ext cx="8128000" cy="43513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293897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7BFFA9B-8D97-4AA7-9ED1-A3C05C9853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dgm id="{47BFFA9B-8D97-4AA7-9ED1-A3C05C98532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2918D7C-BEFA-4B59-B2CE-97190DF272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graphicEl>
                                              <a:dgm id="{F2918D7C-BEFA-4B59-B2CE-97190DF272A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6DD091A-7238-45F2-835D-53FC8A3B3A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dgm id="{46DD091A-7238-45F2-835D-53FC8A3B3A2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61C620F-896B-4959-BDEB-25318F64683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graphicEl>
                                              <a:dgm id="{061C620F-896B-4959-BDEB-25318F64683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22B54C5-713F-47DC-B8D9-7234AC5CF85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graphicEl>
                                              <a:dgm id="{722B54C5-713F-47DC-B8D9-7234AC5CF85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CD8714C-03B4-4D7B-9CE9-B76A95B983C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graphicEl>
                                              <a:dgm id="{BCD8714C-03B4-4D7B-9CE9-B76A95B983C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BE36542-AC44-45D8-8226-8EDCA5733D7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graphicEl>
                                              <a:dgm id="{6BE36542-AC44-45D8-8226-8EDCA5733D7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3D6EE4C-84C6-44B7-A2EC-58770A5B5AF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graphicEl>
                                              <a:dgm id="{53D6EE4C-84C6-44B7-A2EC-58770A5B5AF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6AE14A5-4DAA-420D-B11E-8C80180F7F3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graphicEl>
                                              <a:dgm id="{56AE14A5-4DAA-420D-B11E-8C80180F7F3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BC175CB-410B-4FE5-9189-123C7787C4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graphicEl>
                                              <a:dgm id="{3BC175CB-410B-4FE5-9189-123C7787C4B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E75D92B-41C9-4233-A314-B15ABE36E1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graphicEl>
                                              <a:dgm id="{8E75D92B-41C9-4233-A314-B15ABE36E1F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EC4C45C-2BB4-4979-B03B-1730C77F2F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graphicEl>
                                              <a:dgm id="{DEC4C45C-2BB4-4979-B03B-1730C77F2FB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90F1DC2-060E-4D6B-8AD7-E57D491160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">
                                            <p:graphicEl>
                                              <a:dgm id="{190F1DC2-060E-4D6B-8AD7-E57D4911601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68790-07E4-6435-2BC7-7EE2B503F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 Faced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003DFF1-7CDF-6163-AC54-99D8E1B749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0539085"/>
              </p:ext>
            </p:extLst>
          </p:nvPr>
        </p:nvGraphicFramePr>
        <p:xfrm>
          <a:off x="1141413" y="2249488"/>
          <a:ext cx="9906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3000">
                  <a:extLst>
                    <a:ext uri="{9D8B030D-6E8A-4147-A177-3AD203B41FA5}">
                      <a16:colId xmlns:a16="http://schemas.microsoft.com/office/drawing/2014/main" val="4154447488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10201105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Challenge</a:t>
                      </a:r>
                    </a:p>
                  </a:txBody>
                  <a:tcPr marL="86139" marR="86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Solution</a:t>
                      </a:r>
                    </a:p>
                  </a:txBody>
                  <a:tcPr marL="86139" marR="86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9464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Routing</a:t>
                      </a:r>
                    </a:p>
                  </a:txBody>
                  <a:tcPr marL="86139" marR="86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React Router</a:t>
                      </a:r>
                    </a:p>
                  </a:txBody>
                  <a:tcPr marL="86139" marR="86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4545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Component Reuse</a:t>
                      </a:r>
                    </a:p>
                  </a:txBody>
                  <a:tcPr marL="86139" marR="86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Reusable Components</a:t>
                      </a:r>
                    </a:p>
                  </a:txBody>
                  <a:tcPr marL="86139" marR="86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894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Large UI</a:t>
                      </a:r>
                    </a:p>
                  </a:txBody>
                  <a:tcPr marL="86139" marR="86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Modular Design</a:t>
                      </a:r>
                    </a:p>
                  </a:txBody>
                  <a:tcPr marL="86139" marR="86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3883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Performance</a:t>
                      </a:r>
                    </a:p>
                  </a:txBody>
                  <a:tcPr marL="86139" marR="86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Lazy Loading</a:t>
                      </a:r>
                    </a:p>
                  </a:txBody>
                  <a:tcPr marL="86139" marR="86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3112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Runtime Errors</a:t>
                      </a:r>
                    </a:p>
                  </a:txBody>
                  <a:tcPr marL="86139" marR="86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Error Boundary</a:t>
                      </a:r>
                    </a:p>
                  </a:txBody>
                  <a:tcPr marL="86139" marR="86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6076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Eco Popup Crash</a:t>
                      </a:r>
                    </a:p>
                  </a:txBody>
                  <a:tcPr marL="86139" marR="86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Added default props &amp; safe handling</a:t>
                      </a:r>
                    </a:p>
                  </a:txBody>
                  <a:tcPr marL="86139" marR="86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23143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71816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ECC3B-FA54-1D7E-BDAA-5E3879946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Improvements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A36F01C-EAA5-AD85-B3A4-63EB842380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062"/>
            <a:ext cx="2996333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Trip Planner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Weather Forecast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Price Prediction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Currency Converter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Multi-language Support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Authentication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 Integration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Booking System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Dark Mode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000" dirty="0"/>
              <a:t>Maps Integration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0255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CBF64-DF32-F5D8-FD39-E6C0D2A09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6212" y="2766218"/>
            <a:ext cx="5839575" cy="1325563"/>
          </a:xfrm>
        </p:spPr>
        <p:txBody>
          <a:bodyPr>
            <a:noAutofit/>
          </a:bodyPr>
          <a:lstStyle/>
          <a:p>
            <a:r>
              <a:rPr lang="en-IN" sz="80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9806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39</TotalTime>
  <Words>217</Words>
  <Application>Microsoft Office PowerPoint</Application>
  <PresentationFormat>Widescreen</PresentationFormat>
  <Paragraphs>99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Tw Cen MT</vt:lpstr>
      <vt:lpstr>Circuit</vt:lpstr>
      <vt:lpstr>Airbnb Homepage Clone Frontend Internship Project</vt:lpstr>
      <vt:lpstr>Objective The goal of this project was to recreate the Airbnb homepage while following modern frontend development practices.</vt:lpstr>
      <vt:lpstr>Technologies Used</vt:lpstr>
      <vt:lpstr>Folder Structure</vt:lpstr>
      <vt:lpstr>Major Components</vt:lpstr>
      <vt:lpstr>Features Implemented</vt:lpstr>
      <vt:lpstr>Eco Score Feature</vt:lpstr>
      <vt:lpstr>Challenges Faced</vt:lpstr>
      <vt:lpstr>Future Improvements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Kunal Arya</dc:creator>
  <cp:lastModifiedBy>Kunal Arya</cp:lastModifiedBy>
  <cp:revision>2</cp:revision>
  <dcterms:created xsi:type="dcterms:W3CDTF">2026-07-14T16:18:31Z</dcterms:created>
  <dcterms:modified xsi:type="dcterms:W3CDTF">2026-07-15T00:43:37Z</dcterms:modified>
</cp:coreProperties>
</file>